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899" autoAdjust="0"/>
  </p:normalViewPr>
  <p:slideViewPr>
    <p:cSldViewPr snapToGrid="0">
      <p:cViewPr varScale="1">
        <p:scale>
          <a:sx n="102" d="100"/>
          <a:sy n="102" d="100"/>
        </p:scale>
        <p:origin x="9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er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8459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o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20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t_BN_BD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07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TG_Updated_Follow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47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G_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6322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_Qua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6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8089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3224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180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8904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>
            <a:extLst>
              <a:ext uri="{FF2B5EF4-FFF2-40B4-BE49-F238E27FC236}">
                <a16:creationId xmlns:a16="http://schemas.microsoft.com/office/drawing/2014/main" id="{6D448401-5E2D-26FE-16E2-AA511BF40D62}"/>
              </a:ext>
            </a:extLst>
          </p:cNvPr>
          <p:cNvGrpSpPr/>
          <p:nvPr/>
        </p:nvGrpSpPr>
        <p:grpSpPr>
          <a:xfrm>
            <a:off x="-1619" y="-7517"/>
            <a:ext cx="12183584" cy="147446"/>
            <a:chOff x="-1619" y="-7517"/>
            <a:chExt cx="12183584" cy="147446"/>
          </a:xfrm>
        </p:grpSpPr>
        <p:sp>
          <p:nvSpPr>
            <p:cNvPr id="3" name="Rectangle 22">
              <a:extLst>
                <a:ext uri="{FF2B5EF4-FFF2-40B4-BE49-F238E27FC236}">
                  <a16:creationId xmlns:a16="http://schemas.microsoft.com/office/drawing/2014/main" id="{008D2329-D0A4-6C41-6A5C-98D4C2F43E29}"/>
                </a:ext>
              </a:extLst>
            </p:cNvPr>
            <p:cNvSpPr/>
            <p:nvPr/>
          </p:nvSpPr>
          <p:spPr>
            <a:xfrm rot="10799991">
              <a:off x="-1619" y="104149"/>
              <a:ext cx="12183584" cy="35780"/>
            </a:xfrm>
            <a:prstGeom prst="rect">
              <a:avLst/>
            </a:prstGeom>
            <a:solidFill>
              <a:srgbClr val="000000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4" name="Rectangle 23">
              <a:extLst>
                <a:ext uri="{FF2B5EF4-FFF2-40B4-BE49-F238E27FC236}">
                  <a16:creationId xmlns:a16="http://schemas.microsoft.com/office/drawing/2014/main" id="{E1B92D10-0906-BD23-13F6-2A4B6921A1EA}"/>
                </a:ext>
              </a:extLst>
            </p:cNvPr>
            <p:cNvSpPr/>
            <p:nvPr/>
          </p:nvSpPr>
          <p:spPr>
            <a:xfrm rot="10799991">
              <a:off x="-1619" y="-7517"/>
              <a:ext cx="12183584" cy="35780"/>
            </a:xfrm>
            <a:prstGeom prst="rect">
              <a:avLst/>
            </a:prstGeom>
            <a:solidFill>
              <a:srgbClr val="FF0000"/>
            </a:solidFill>
            <a:ln w="12701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4B36EC7-104D-AB59-587B-7C4F4D3EF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679D277-B7EA-4AC6-9F5D-006FC0DFB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998783-AC73-C89E-14E0-CA567A62D2F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F57330D-F145-4FE2-95D9-8DF513045CD5}" type="datetime1">
              <a:rPr lang="en-US"/>
              <a:pPr lvl="0"/>
              <a:t>3/24/2026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806E81-7DC7-D087-A146-D5DD14A90D8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C5B1242-5132-03A7-E1D5-F924EF9772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00A8049-5030-46BB-977A-A090B430EB8B}" type="slidenum">
              <a:t>‹#›</a:t>
            </a:fld>
            <a:endParaRPr lang="en-US"/>
          </a:p>
        </p:txBody>
      </p:sp>
      <p:grpSp>
        <p:nvGrpSpPr>
          <p:cNvPr id="10" name="Group 16">
            <a:extLst>
              <a:ext uri="{FF2B5EF4-FFF2-40B4-BE49-F238E27FC236}">
                <a16:creationId xmlns:a16="http://schemas.microsoft.com/office/drawing/2014/main" id="{4B30F690-380A-2F54-54DB-D8341142F230}"/>
              </a:ext>
            </a:extLst>
          </p:cNvPr>
          <p:cNvGrpSpPr/>
          <p:nvPr/>
        </p:nvGrpSpPr>
        <p:grpSpPr>
          <a:xfrm>
            <a:off x="-1619" y="6712994"/>
            <a:ext cx="12183584" cy="147446"/>
            <a:chOff x="-1619" y="6712994"/>
            <a:chExt cx="12183584" cy="147446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F9DAFB2A-07C1-03BB-3A1C-107B634C4F26}"/>
                </a:ext>
              </a:extLst>
            </p:cNvPr>
            <p:cNvSpPr/>
            <p:nvPr/>
          </p:nvSpPr>
          <p:spPr>
            <a:xfrm rot="10799991">
              <a:off x="-1619" y="6824660"/>
              <a:ext cx="12183584" cy="35780"/>
            </a:xfrm>
            <a:prstGeom prst="rect">
              <a:avLst/>
            </a:prstGeom>
            <a:solidFill>
              <a:srgbClr val="000000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CF44B6DE-CAD1-78A0-39E3-E960C242F012}"/>
                </a:ext>
              </a:extLst>
            </p:cNvPr>
            <p:cNvSpPr/>
            <p:nvPr/>
          </p:nvSpPr>
          <p:spPr>
            <a:xfrm rot="10799991">
              <a:off x="-1619" y="6712994"/>
              <a:ext cx="12183584" cy="35780"/>
            </a:xfrm>
            <a:prstGeom prst="rect">
              <a:avLst/>
            </a:prstGeom>
            <a:solidFill>
              <a:srgbClr val="FF0000"/>
            </a:solidFill>
            <a:ln w="12701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CB92D10-1435-62B8-62E9-857D82E1B018}"/>
              </a:ext>
            </a:extLst>
          </p:cNvPr>
          <p:cNvSpPr txBox="1"/>
          <p:nvPr/>
        </p:nvSpPr>
        <p:spPr>
          <a:xfrm>
            <a:off x="5289648" y="6713003"/>
            <a:ext cx="1645920" cy="147447"/>
          </a:xfrm>
          <a:prstGeom prst="rect">
            <a:avLst/>
          </a:prstGeom>
          <a:solidFill>
            <a:srgbClr val="7030A0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57872" tIns="28940" rIns="57872" bIns="28940" anchor="ctr" anchorCtr="1" compatLnSpc="1">
            <a:noAutofit/>
          </a:bodyPr>
          <a:lstStyle/>
          <a:p>
            <a:pPr marL="0" marR="0" lvl="0" indent="0" algn="ctr" defTabSz="57876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 Light"/>
                <a:cs typeface="Arial" pitchFamily="34"/>
              </a:rPr>
              <a:t>CUI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EA130A5-C23E-7492-DABE-847CE4F6D9A3}"/>
              </a:ext>
            </a:extLst>
          </p:cNvPr>
          <p:cNvSpPr txBox="1"/>
          <p:nvPr/>
        </p:nvSpPr>
        <p:spPr>
          <a:xfrm>
            <a:off x="5289648" y="987"/>
            <a:ext cx="1645920" cy="147447"/>
          </a:xfrm>
          <a:prstGeom prst="rect">
            <a:avLst/>
          </a:prstGeom>
          <a:solidFill>
            <a:srgbClr val="7030A0"/>
          </a:solidFill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57872" tIns="28940" rIns="57872" bIns="28940" anchor="ctr" anchorCtr="1" compatLnSpc="1">
            <a:noAutofit/>
          </a:bodyPr>
          <a:lstStyle/>
          <a:p>
            <a:pPr marL="0" marR="0" lvl="0" indent="0" algn="ctr" defTabSz="57876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 Light"/>
                <a:cs typeface="Arial" pitchFamily="34"/>
              </a:rPr>
              <a:t>CUI</a:t>
            </a:r>
          </a:p>
        </p:txBody>
      </p:sp>
      <p:pic>
        <p:nvPicPr>
          <p:cNvPr id="15" name="Picture 14" descr="JFHQ%20Patch">
            <a:extLst>
              <a:ext uri="{FF2B5EF4-FFF2-40B4-BE49-F238E27FC236}">
                <a16:creationId xmlns:a16="http://schemas.microsoft.com/office/drawing/2014/main" id="{F71662E8-5E56-D935-B297-79694577CA4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7308" y="173425"/>
            <a:ext cx="617540" cy="6161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2A9313-A3CC-6DE6-E41A-8C2EDA8F0A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56315" y="188604"/>
            <a:ext cx="527846" cy="58576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348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009FF82-B367-B551-E535-58E4FBE79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314" y="644629"/>
            <a:ext cx="4287932" cy="55687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6FC795-6A51-D973-6446-BDF8A1967A30}"/>
              </a:ext>
            </a:extLst>
          </p:cNvPr>
          <p:cNvSpPr/>
          <p:nvPr/>
        </p:nvSpPr>
        <p:spPr>
          <a:xfrm>
            <a:off x="5752778" y="1242373"/>
            <a:ext cx="265502" cy="86738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65502" y="0"/>
                </a:moveTo>
                <a:lnTo>
                  <a:pt x="265502" y="867382"/>
                </a:lnTo>
                <a:lnTo>
                  <a:pt x="0" y="867382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143A6D-8A9C-AA92-D574-18D3FCEE0B1B}"/>
              </a:ext>
            </a:extLst>
          </p:cNvPr>
          <p:cNvSpPr/>
          <p:nvPr/>
        </p:nvSpPr>
        <p:spPr>
          <a:xfrm>
            <a:off x="6018281" y="1242373"/>
            <a:ext cx="3128075" cy="17347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46981"/>
                </a:lnTo>
                <a:lnTo>
                  <a:pt x="3128075" y="1546981"/>
                </a:lnTo>
                <a:lnTo>
                  <a:pt x="3128075" y="1734765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B56C896-5298-5E2B-B8E9-A602456938BE}"/>
              </a:ext>
            </a:extLst>
          </p:cNvPr>
          <p:cNvSpPr/>
          <p:nvPr/>
        </p:nvSpPr>
        <p:spPr>
          <a:xfrm>
            <a:off x="6018281" y="1242373"/>
            <a:ext cx="1042691" cy="17347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46981"/>
                </a:lnTo>
                <a:lnTo>
                  <a:pt x="1042691" y="1546981"/>
                </a:lnTo>
                <a:lnTo>
                  <a:pt x="1042691" y="1734765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BD8AE8-5AB5-4E02-F5D4-13B848665006}"/>
              </a:ext>
            </a:extLst>
          </p:cNvPr>
          <p:cNvSpPr/>
          <p:nvPr/>
        </p:nvSpPr>
        <p:spPr>
          <a:xfrm>
            <a:off x="4975589" y="1242373"/>
            <a:ext cx="1042691" cy="17347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042691" y="0"/>
                </a:moveTo>
                <a:lnTo>
                  <a:pt x="1042691" y="1546981"/>
                </a:lnTo>
                <a:lnTo>
                  <a:pt x="0" y="1546981"/>
                </a:lnTo>
                <a:lnTo>
                  <a:pt x="0" y="1734765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DE5A06-4761-DE2B-91AA-AC35281FB8E9}"/>
              </a:ext>
            </a:extLst>
          </p:cNvPr>
          <p:cNvSpPr/>
          <p:nvPr/>
        </p:nvSpPr>
        <p:spPr>
          <a:xfrm>
            <a:off x="2890205" y="1242373"/>
            <a:ext cx="3128075" cy="17347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128075" y="0"/>
                </a:moveTo>
                <a:lnTo>
                  <a:pt x="3128075" y="1546981"/>
                </a:lnTo>
                <a:lnTo>
                  <a:pt x="0" y="1546981"/>
                </a:lnTo>
                <a:lnTo>
                  <a:pt x="0" y="1734765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FC2B68-5D0B-2CE6-1C6A-46A7075E38B0}"/>
              </a:ext>
            </a:extLst>
          </p:cNvPr>
          <p:cNvSpPr/>
          <p:nvPr/>
        </p:nvSpPr>
        <p:spPr>
          <a:xfrm>
            <a:off x="5241092" y="437585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BDE Master Driver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F0A5323-AC8E-0BDD-A717-383E6EC7117F}"/>
              </a:ext>
            </a:extLst>
          </p:cNvPr>
          <p:cNvSpPr/>
          <p:nvPr/>
        </p:nvSpPr>
        <p:spPr>
          <a:xfrm>
            <a:off x="5551967" y="1063531"/>
            <a:ext cx="139894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6985" rIns="27940" bIns="6985" numCol="1" spcCol="1270" anchor="ctr" anchorCtr="0">
            <a:noAutofit/>
          </a:bodyPr>
          <a:lstStyle/>
          <a:p>
            <a:pPr marL="0" lvl="0" indent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kern="1200" dirty="0"/>
              <a:t>MSG Daniels, Joseph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4495533-2019-A863-9380-485723D1B746}"/>
              </a:ext>
            </a:extLst>
          </p:cNvPr>
          <p:cNvSpPr/>
          <p:nvPr/>
        </p:nvSpPr>
        <p:spPr>
          <a:xfrm>
            <a:off x="2113016" y="2977138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HQ </a:t>
            </a:r>
            <a:br>
              <a:rPr lang="en-US" sz="2000" kern="1200" dirty="0"/>
            </a:br>
            <a:r>
              <a:rPr lang="en-US" sz="2000" kern="1200" dirty="0"/>
              <a:t>LI/LE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3FEC20C-C0E7-1E2E-1C0E-71EEBEF11BF8}"/>
              </a:ext>
            </a:extLst>
          </p:cNvPr>
          <p:cNvSpPr/>
          <p:nvPr/>
        </p:nvSpPr>
        <p:spPr>
          <a:xfrm>
            <a:off x="2054383" y="3805371"/>
            <a:ext cx="155448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marL="0" lvl="0" indent="0"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kern="1200" dirty="0"/>
              <a:t>SFC Zepeda, Zabdiel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65E85B-791F-A866-3C6B-7A3736B90FA1}"/>
              </a:ext>
            </a:extLst>
          </p:cNvPr>
          <p:cNvSpPr/>
          <p:nvPr/>
        </p:nvSpPr>
        <p:spPr>
          <a:xfrm>
            <a:off x="4198400" y="2977138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Sustainment</a:t>
            </a:r>
            <a:br>
              <a:rPr lang="en-US" sz="2000" kern="1200" dirty="0"/>
            </a:br>
            <a:r>
              <a:rPr lang="en-US" sz="2000" kern="1200" dirty="0"/>
              <a:t>LI/LE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7376647-ED34-C59A-6EED-6FE233643903}"/>
              </a:ext>
            </a:extLst>
          </p:cNvPr>
          <p:cNvSpPr/>
          <p:nvPr/>
        </p:nvSpPr>
        <p:spPr>
          <a:xfrm>
            <a:off x="4185292" y="3813023"/>
            <a:ext cx="155448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dirty="0"/>
              <a:t>SSG Mejia, Alejandro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151A80-4745-A673-9FA5-20A827EF40D6}"/>
              </a:ext>
            </a:extLst>
          </p:cNvPr>
          <p:cNvSpPr/>
          <p:nvPr/>
        </p:nvSpPr>
        <p:spPr>
          <a:xfrm>
            <a:off x="6283783" y="2977138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OPS</a:t>
            </a:r>
            <a:br>
              <a:rPr lang="en-US" sz="2000" kern="1200" dirty="0"/>
            </a:br>
            <a:r>
              <a:rPr lang="en-US" sz="2000" kern="1200" dirty="0"/>
              <a:t>LI/LE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31F42D5-9EC8-A1B4-CC64-25BAF0FCF58D}"/>
              </a:ext>
            </a:extLst>
          </p:cNvPr>
          <p:cNvSpPr/>
          <p:nvPr/>
        </p:nvSpPr>
        <p:spPr>
          <a:xfrm>
            <a:off x="8369167" y="2977138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S7</a:t>
            </a: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LI/LE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469E67-BB23-D695-44A9-7D7ADD4BE34B}"/>
              </a:ext>
            </a:extLst>
          </p:cNvPr>
          <p:cNvSpPr/>
          <p:nvPr/>
        </p:nvSpPr>
        <p:spPr>
          <a:xfrm>
            <a:off x="8356058" y="3805371"/>
            <a:ext cx="155448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3175" rIns="12700" bIns="3175" numCol="1" spcCol="1270" anchor="ctr" anchorCtr="0">
            <a:noAutofit/>
          </a:bodyPr>
          <a:lstStyle/>
          <a:p>
            <a:pPr marL="0" lvl="0" indent="0" algn="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kern="1200" dirty="0"/>
              <a:t>SFC Mendez, Marlon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3FF6956-94B4-864A-159B-BE8A9E5B2FD6}"/>
              </a:ext>
            </a:extLst>
          </p:cNvPr>
          <p:cNvSpPr/>
          <p:nvPr/>
        </p:nvSpPr>
        <p:spPr>
          <a:xfrm>
            <a:off x="4198400" y="1707362"/>
            <a:ext cx="1554378" cy="804788"/>
          </a:xfrm>
          <a:custGeom>
            <a:avLst/>
            <a:gdLst>
              <a:gd name="csX0" fmla="*/ 0 w 1554378"/>
              <a:gd name="csY0" fmla="*/ 0 h 804788"/>
              <a:gd name="csX1" fmla="*/ 1554378 w 1554378"/>
              <a:gd name="csY1" fmla="*/ 0 h 804788"/>
              <a:gd name="csX2" fmla="*/ 1554378 w 1554378"/>
              <a:gd name="csY2" fmla="*/ 804788 h 804788"/>
              <a:gd name="csX3" fmla="*/ 0 w 1554378"/>
              <a:gd name="csY3" fmla="*/ 804788 h 804788"/>
              <a:gd name="csX4" fmla="*/ 0 w 1554378"/>
              <a:gd name="csY4" fmla="*/ 0 h 804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4378" h="804788">
                <a:moveTo>
                  <a:pt x="0" y="0"/>
                </a:moveTo>
                <a:lnTo>
                  <a:pt x="1554378" y="0"/>
                </a:lnTo>
                <a:lnTo>
                  <a:pt x="1554378" y="804788"/>
                </a:lnTo>
                <a:lnTo>
                  <a:pt x="0" y="8047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1356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BDE LI/LE Administrator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57BD72C-0CAF-10D7-DB84-5C522F9C3D2E}"/>
              </a:ext>
            </a:extLst>
          </p:cNvPr>
          <p:cNvSpPr/>
          <p:nvPr/>
        </p:nvSpPr>
        <p:spPr>
          <a:xfrm>
            <a:off x="4509275" y="2333308"/>
            <a:ext cx="139894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5560" tIns="8890" rIns="35560" bIns="8890" numCol="1" spcCol="1270" anchor="ctr" anchorCtr="0">
            <a:noAutofit/>
          </a:bodyPr>
          <a:lstStyle/>
          <a:p>
            <a:pPr marL="0" lvl="0" indent="0" algn="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MSG Barkle, John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5BC4336-5372-518D-633A-F10828F56396}"/>
              </a:ext>
            </a:extLst>
          </p:cNvPr>
          <p:cNvSpPr/>
          <p:nvPr/>
        </p:nvSpPr>
        <p:spPr>
          <a:xfrm>
            <a:off x="2046497" y="4154858"/>
            <a:ext cx="1554480" cy="454547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</a:t>
            </a:r>
          </a:p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dirty="0"/>
              <a:t>SGT Salim, Zabiullah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3AB48D8-858E-F023-FBF9-DE57F3600985}"/>
              </a:ext>
            </a:extLst>
          </p:cNvPr>
          <p:cNvSpPr/>
          <p:nvPr/>
        </p:nvSpPr>
        <p:spPr>
          <a:xfrm>
            <a:off x="4185395" y="4154858"/>
            <a:ext cx="1554377" cy="348950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SSG Garza, Javar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A744324-D933-B9E4-2811-575BE882D2DC}"/>
              </a:ext>
            </a:extLst>
          </p:cNvPr>
          <p:cNvSpPr/>
          <p:nvPr/>
        </p:nvSpPr>
        <p:spPr>
          <a:xfrm>
            <a:off x="6270675" y="3834893"/>
            <a:ext cx="1554480" cy="348949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SSG Ortiz, Roland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8F36B6E-E471-6A8C-F9D4-7607C8A9318D}"/>
              </a:ext>
            </a:extLst>
          </p:cNvPr>
          <p:cNvSpPr/>
          <p:nvPr/>
        </p:nvSpPr>
        <p:spPr>
          <a:xfrm>
            <a:off x="8382172" y="4126543"/>
            <a:ext cx="1554480" cy="26826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dirty="0"/>
              <a:t>SSG Pedraza, Jose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AEB5DC1-526B-3AC5-825F-DA680E3D29F0}"/>
              </a:ext>
            </a:extLst>
          </p:cNvPr>
          <p:cNvSpPr/>
          <p:nvPr/>
        </p:nvSpPr>
        <p:spPr>
          <a:xfrm>
            <a:off x="4198298" y="4921875"/>
            <a:ext cx="1554480" cy="348950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SGT Mendoza, Beatriz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8F9B40E-D61F-96A9-3006-C3F8493A1A4D}"/>
              </a:ext>
            </a:extLst>
          </p:cNvPr>
          <p:cNvSpPr/>
          <p:nvPr/>
        </p:nvSpPr>
        <p:spPr>
          <a:xfrm>
            <a:off x="4182527" y="4544656"/>
            <a:ext cx="1554480" cy="348950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SGT Barrera, Rosa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DE84807-167C-467C-5951-DC3CBD090171}"/>
              </a:ext>
            </a:extLst>
          </p:cNvPr>
          <p:cNvSpPr/>
          <p:nvPr/>
        </p:nvSpPr>
        <p:spPr>
          <a:xfrm>
            <a:off x="6283681" y="4236809"/>
            <a:ext cx="1554480" cy="402872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SSG Hernandez, Heath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E76F8C3-8F1F-2BC0-175A-CDDA92D2D516}"/>
              </a:ext>
            </a:extLst>
          </p:cNvPr>
          <p:cNvSpPr/>
          <p:nvPr/>
        </p:nvSpPr>
        <p:spPr>
          <a:xfrm>
            <a:off x="6283681" y="4692648"/>
            <a:ext cx="1554480" cy="401916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SGT Welch, Jordan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BD0E537-1DC8-7FF8-9B28-02DA64BE4293}"/>
              </a:ext>
            </a:extLst>
          </p:cNvPr>
          <p:cNvSpPr/>
          <p:nvPr/>
        </p:nvSpPr>
        <p:spPr>
          <a:xfrm>
            <a:off x="8406404" y="4472916"/>
            <a:ext cx="1554480" cy="380880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SGT Ortega, Nicolas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434399D-5FFE-DCC2-4688-8B5FD2ABA52E}"/>
              </a:ext>
            </a:extLst>
          </p:cNvPr>
          <p:cNvSpPr/>
          <p:nvPr/>
        </p:nvSpPr>
        <p:spPr>
          <a:xfrm>
            <a:off x="8406404" y="4934484"/>
            <a:ext cx="1554480" cy="380880"/>
          </a:xfrm>
          <a:custGeom>
            <a:avLst/>
            <a:gdLst>
              <a:gd name="csX0" fmla="*/ 0 w 1398940"/>
              <a:gd name="csY0" fmla="*/ 0 h 268262"/>
              <a:gd name="csX1" fmla="*/ 1398940 w 1398940"/>
              <a:gd name="csY1" fmla="*/ 0 h 268262"/>
              <a:gd name="csX2" fmla="*/ 1398940 w 1398940"/>
              <a:gd name="csY2" fmla="*/ 268262 h 268262"/>
              <a:gd name="csX3" fmla="*/ 0 w 1398940"/>
              <a:gd name="csY3" fmla="*/ 268262 h 268262"/>
              <a:gd name="csX4" fmla="*/ 0 w 1398940"/>
              <a:gd name="csY4" fmla="*/ 0 h 268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8940" h="268262">
                <a:moveTo>
                  <a:pt x="0" y="0"/>
                </a:moveTo>
                <a:lnTo>
                  <a:pt x="1398940" y="0"/>
                </a:lnTo>
                <a:lnTo>
                  <a:pt x="1398940" y="268262"/>
                </a:lnTo>
                <a:lnTo>
                  <a:pt x="0" y="26826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4445" rIns="17780" bIns="4445" numCol="1" spcCol="1270" anchor="ctr" anchorCtr="0">
            <a:noAutofit/>
          </a:bodyPr>
          <a:lstStyle/>
          <a:p>
            <a:pPr algn="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/>
              <a:t>APP SUBMITTED </a:t>
            </a:r>
            <a:r>
              <a:rPr lang="en-US" sz="1100" dirty="0"/>
              <a:t>SGT PAIVA, 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76_EN_BDE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105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176_EN_BDE_Template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Trevino, Anthony W CPT USARMY NG TXARNG (USA)</dc:creator>
  <cp:lastModifiedBy>john Barkle IV</cp:lastModifiedBy>
  <cp:revision>2</cp:revision>
  <dcterms:created xsi:type="dcterms:W3CDTF">2026-03-07T20:35:26Z</dcterms:created>
  <dcterms:modified xsi:type="dcterms:W3CDTF">2026-03-24T15:27:37Z</dcterms:modified>
</cp:coreProperties>
</file>