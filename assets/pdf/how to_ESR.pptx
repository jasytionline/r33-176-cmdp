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6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A842-E1D9-578B-75A7-9FB8B3755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D03E9-E12B-1F6E-58D2-2CF53AA01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789F4-6AD9-9484-BE4C-4A2604E6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0DC4-2DD0-0FC8-B04C-345E4CC8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DD9B8-E4DB-011B-5841-D479C063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15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8D2B-F14E-FF60-B035-52BA79094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C1F2-ECA1-3F89-F5E7-0CEFB810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BA5AD-F7DD-A471-4D84-220F5B20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5BE2E-0872-ADF4-530E-886E7D4B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6DD7-E3D1-ACBE-CD7D-870F0916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3322B-63B9-2985-A459-E42B1E05D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535F9-0C3E-775A-62BD-2AB6A3A34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54053-EE1F-5FC9-BC3E-5239157D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62A51-51F8-41EF-D0D4-D44BF771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00BEE-AAD9-4399-4C1D-1BE5575D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3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AF77-1C76-093B-116D-32781504B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6DBA-506A-F5D9-5BD1-0877DCD71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179B1-FFA8-D30E-9A81-9EBF419BC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B7FB-DA28-7B72-90D6-51EB2526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384E8-5388-CF6A-4D01-82A0587B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95C67-B08F-4F25-55A0-47CAFBEF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2116-750B-9134-A3E8-17F1C44C5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DF33C-C04D-F176-3075-E890A85A1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562BC-8593-3B0D-FB05-C4EE0CA1F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05159-70AF-3DAC-D4CA-3CCFCEBA0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020A6-6F71-4905-3289-3294DAA16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C9F460-AD94-66A5-E497-2C9F0C6F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AE799-B2AE-46A8-6723-60E89DE2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ED6DF-0F75-1118-373A-E0DE6DA8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1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18CF-1668-A68B-2986-6AE70901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C93F1-25B2-E5F8-40F9-687B1320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5FEDD-91DA-C924-27EA-DECD5366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C707D-B90A-23D8-8719-F09E1FF0F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3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1ED36-F89B-0CCB-0605-742A9A02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838AA-9F9A-B786-888F-A5D62F99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32B35-9F46-1FD9-337E-E7811DA7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6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B9D6-AB33-0C0A-DAF2-C00D8918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21C1-AC34-390F-CCBD-A5C9182A2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6914A-BC98-AA18-171F-3A2595E2C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A5D89-E0F5-59E1-62E5-D4BDF6357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5EB51-CD91-F808-F59D-5D5AF1EA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4735B-138C-8881-F635-451ECBB4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07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2DAE-82CB-69AD-9B54-95B7C8D56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603F1-B92D-0D40-9AD3-9203EF0985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62F3C-AD71-10D7-6A7C-F7D284B99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8613F-C274-1FDE-941B-7D49864C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0B2C0-B489-76DE-1787-A8CCC199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48990-00C7-1C12-E5C6-A35DDD27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4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6EE4-8722-FF56-198B-B4E53DE3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73CE9-914D-B722-3FA2-EA0CB1597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0325F-9B39-3EDF-54A4-1FADEDDA6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08D6B-4FC3-EC30-9FAD-215A0E8A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878BC-62D8-04DB-E11C-EBC43166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8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4E038A-8B79-30A0-EC94-B7B2B63B3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78B1E-9B07-6699-CD0F-B65638BC0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46D69-33DD-8BCF-FC1E-8FFDF9B7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BA0F-71AE-B45B-749B-0EE1E03F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00FCF-1B1E-39DA-4E14-4BF9E0CA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8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0ECD4-2F3D-EB2B-82C9-595EBD77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9441C-0CA9-A429-FDF8-3046F5C3B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32DDA-7921-E284-7F8E-097B03754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7AED7-BA1A-4ABE-98E5-419B14F48C02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30BB-7F2A-3432-9419-EBB50FECC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26FA8-EF4D-07F0-0201-D982529B4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8FE2F1-C462-4904-BCFE-B37D926B4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21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69C172-FA35-DDD9-117E-26FE01961195}"/>
              </a:ext>
            </a:extLst>
          </p:cNvPr>
          <p:cNvSpPr txBox="1"/>
          <p:nvPr/>
        </p:nvSpPr>
        <p:spPr>
          <a:xfrm>
            <a:off x="3843364" y="3075057"/>
            <a:ext cx="4505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How to pull the ESR</a:t>
            </a:r>
          </a:p>
        </p:txBody>
      </p:sp>
    </p:spTree>
    <p:extLst>
      <p:ext uri="{BB962C8B-B14F-4D97-AF65-F5344CB8AC3E}">
        <p14:creationId xmlns:p14="http://schemas.microsoft.com/office/powerpoint/2010/main" val="165230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105CB3-2DE6-4B94-14CB-7D1448E18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73" y="683491"/>
            <a:ext cx="4229690" cy="1790950"/>
          </a:xfrm>
          <a:prstGeom prst="rect">
            <a:avLst/>
          </a:prstGeom>
        </p:spPr>
      </p:pic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4D21F992-1108-9BD6-988A-84670F4AC6D7}"/>
              </a:ext>
            </a:extLst>
          </p:cNvPr>
          <p:cNvCxnSpPr>
            <a:cxnSpLocks/>
          </p:cNvCxnSpPr>
          <p:nvPr/>
        </p:nvCxnSpPr>
        <p:spPr>
          <a:xfrm>
            <a:off x="3352800" y="2564949"/>
            <a:ext cx="2336800" cy="1205796"/>
          </a:xfrm>
          <a:prstGeom prst="curvedConnector3">
            <a:avLst>
              <a:gd name="adj1" fmla="val 3360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E8DB02-C5A6-1924-D2A4-098832CC2EA0}"/>
              </a:ext>
            </a:extLst>
          </p:cNvPr>
          <p:cNvSpPr txBox="1"/>
          <p:nvPr/>
        </p:nvSpPr>
        <p:spPr>
          <a:xfrm>
            <a:off x="1394973" y="314159"/>
            <a:ext cx="4229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screen, water screen</a:t>
            </a:r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DAA5C81B-B4B2-2FF9-22D9-ECB1C3391B0C}"/>
              </a:ext>
            </a:extLst>
          </p:cNvPr>
          <p:cNvSpPr/>
          <p:nvPr/>
        </p:nvSpPr>
        <p:spPr>
          <a:xfrm>
            <a:off x="3915641" y="1894608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06D92-D2B6-0097-3E2A-3307DB9DC2C2}"/>
              </a:ext>
            </a:extLst>
          </p:cNvPr>
          <p:cNvSpPr txBox="1"/>
          <p:nvPr/>
        </p:nvSpPr>
        <p:spPr>
          <a:xfrm>
            <a:off x="5817950" y="314159"/>
            <a:ext cx="473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>
                <a:solidFill>
                  <a:srgbClr val="FF0000"/>
                </a:solidFill>
              </a:rPr>
              <a:t> screen, Equipment Status Report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1D33C33-2BEF-B36A-9867-A5D4BF9A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949" y="683491"/>
            <a:ext cx="4640443" cy="6174509"/>
          </a:xfrm>
          <a:prstGeom prst="rect">
            <a:avLst/>
          </a:prstGeom>
        </p:spPr>
      </p:pic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153D5385-2E33-2285-86F4-F7A677D3C2F8}"/>
              </a:ext>
            </a:extLst>
          </p:cNvPr>
          <p:cNvSpPr/>
          <p:nvPr/>
        </p:nvSpPr>
        <p:spPr>
          <a:xfrm>
            <a:off x="6806623" y="1375579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BA205C4-8882-0674-6F82-EF5ED7611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737" y="3306584"/>
            <a:ext cx="2353003" cy="11241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46E76A9-403A-E10C-4EAF-A5CD5B049A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3" t="2403"/>
          <a:stretch>
            <a:fillRect/>
          </a:stretch>
        </p:blipFill>
        <p:spPr>
          <a:xfrm>
            <a:off x="8499164" y="4691698"/>
            <a:ext cx="2275549" cy="2166302"/>
          </a:xfrm>
          <a:prstGeom prst="rect">
            <a:avLst/>
          </a:prstGeom>
        </p:spPr>
      </p:pic>
      <p:sp>
        <p:nvSpPr>
          <p:cNvPr id="41" name="Star: 5 Points 40">
            <a:extLst>
              <a:ext uri="{FF2B5EF4-FFF2-40B4-BE49-F238E27FC236}">
                <a16:creationId xmlns:a16="http://schemas.microsoft.com/office/drawing/2014/main" id="{025C9DA1-437B-25D1-A79A-D3E57F6BF4F4}"/>
              </a:ext>
            </a:extLst>
          </p:cNvPr>
          <p:cNvSpPr/>
          <p:nvPr/>
        </p:nvSpPr>
        <p:spPr>
          <a:xfrm>
            <a:off x="7066193" y="5747324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557E7C-66FE-2C16-CDB0-9DF930B70749}"/>
              </a:ext>
            </a:extLst>
          </p:cNvPr>
          <p:cNvSpPr txBox="1"/>
          <p:nvPr/>
        </p:nvSpPr>
        <p:spPr>
          <a:xfrm>
            <a:off x="8018873" y="1922379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930805-9C43-ED8B-A96B-1C20F1BF4F77}"/>
              </a:ext>
            </a:extLst>
          </p:cNvPr>
          <p:cNvSpPr txBox="1"/>
          <p:nvPr/>
        </p:nvSpPr>
        <p:spPr>
          <a:xfrm>
            <a:off x="7821898" y="2640034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6C7A72-663A-6177-F2F8-0C0520D27416}"/>
              </a:ext>
            </a:extLst>
          </p:cNvPr>
          <p:cNvSpPr txBox="1"/>
          <p:nvPr/>
        </p:nvSpPr>
        <p:spPr>
          <a:xfrm>
            <a:off x="7970584" y="3128788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2BC142-5BED-E71A-8053-AA3F81FE26E5}"/>
              </a:ext>
            </a:extLst>
          </p:cNvPr>
          <p:cNvSpPr txBox="1"/>
          <p:nvPr/>
        </p:nvSpPr>
        <p:spPr>
          <a:xfrm>
            <a:off x="11225255" y="3217921"/>
            <a:ext cx="31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6265BF-6B11-D19D-F202-DC7DC4CA9CB7}"/>
              </a:ext>
            </a:extLst>
          </p:cNvPr>
          <p:cNvSpPr txBox="1"/>
          <p:nvPr/>
        </p:nvSpPr>
        <p:spPr>
          <a:xfrm>
            <a:off x="7972316" y="3544546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1945CC-ABE5-529B-0DBE-8A5D08241FF4}"/>
              </a:ext>
            </a:extLst>
          </p:cNvPr>
          <p:cNvSpPr txBox="1"/>
          <p:nvPr/>
        </p:nvSpPr>
        <p:spPr>
          <a:xfrm>
            <a:off x="10518605" y="4598646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2E9B3C4-0908-36DC-6A53-32AA0AAD7A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73" t="4626" r="6807" b="7935"/>
          <a:stretch>
            <a:fillRect/>
          </a:stretch>
        </p:blipFill>
        <p:spPr>
          <a:xfrm>
            <a:off x="9148157" y="707304"/>
            <a:ext cx="2362199" cy="215741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A65EE6E-0C95-6BB1-D289-B8365DEC4149}"/>
              </a:ext>
            </a:extLst>
          </p:cNvPr>
          <p:cNvSpPr txBox="1"/>
          <p:nvPr/>
        </p:nvSpPr>
        <p:spPr>
          <a:xfrm>
            <a:off x="11267316" y="634710"/>
            <a:ext cx="31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0F7CCC89-E898-4196-FB9A-A0739F2FA4E8}"/>
              </a:ext>
            </a:extLst>
          </p:cNvPr>
          <p:cNvCxnSpPr>
            <a:cxnSpLocks/>
          </p:cNvCxnSpPr>
          <p:nvPr/>
        </p:nvCxnSpPr>
        <p:spPr>
          <a:xfrm flipV="1">
            <a:off x="8088043" y="2474441"/>
            <a:ext cx="1060114" cy="322099"/>
          </a:xfrm>
          <a:prstGeom prst="curvedConnector3">
            <a:avLst>
              <a:gd name="adj1" fmla="val 349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A03D8874-4104-13DB-007F-0396BE188C9B}"/>
              </a:ext>
            </a:extLst>
          </p:cNvPr>
          <p:cNvCxnSpPr>
            <a:endCxn id="37" idx="1"/>
          </p:cNvCxnSpPr>
          <p:nvPr/>
        </p:nvCxnSpPr>
        <p:spPr>
          <a:xfrm>
            <a:off x="8285018" y="3306584"/>
            <a:ext cx="899719" cy="562054"/>
          </a:xfrm>
          <a:prstGeom prst="curvedConnector3">
            <a:avLst>
              <a:gd name="adj1" fmla="val 6016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0573B92A-74BE-7EAC-0D49-785F7078570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52262" y="3951820"/>
            <a:ext cx="1104035" cy="558948"/>
          </a:xfrm>
          <a:prstGeom prst="curvedConnector3">
            <a:avLst>
              <a:gd name="adj1" fmla="val 99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00A5E21-CAF0-8A2C-DADB-43ACBAB5CA0D}"/>
              </a:ext>
            </a:extLst>
          </p:cNvPr>
          <p:cNvSpPr txBox="1"/>
          <p:nvPr/>
        </p:nvSpPr>
        <p:spPr>
          <a:xfrm>
            <a:off x="1394973" y="3679276"/>
            <a:ext cx="1556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NOTE: 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/>
              <a:t>Step 3&amp; 4 - Default set already, keep as is unless you need other equipment info.</a:t>
            </a:r>
          </a:p>
        </p:txBody>
      </p:sp>
    </p:spTree>
    <p:extLst>
      <p:ext uri="{BB962C8B-B14F-4D97-AF65-F5344CB8AC3E}">
        <p14:creationId xmlns:p14="http://schemas.microsoft.com/office/powerpoint/2010/main" val="3390163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703EC0-6C9F-3418-CE8B-1BF05A4A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12" y="566737"/>
            <a:ext cx="10078975" cy="5724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81A247-3BAE-6494-9913-690BDC2488F5}"/>
              </a:ext>
            </a:extLst>
          </p:cNvPr>
          <p:cNvSpPr txBox="1"/>
          <p:nvPr/>
        </p:nvSpPr>
        <p:spPr>
          <a:xfrm>
            <a:off x="2942048" y="528637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6A5F28-6175-84EF-5106-526A2228CE13}"/>
              </a:ext>
            </a:extLst>
          </p:cNvPr>
          <p:cNvSpPr txBox="1"/>
          <p:nvPr/>
        </p:nvSpPr>
        <p:spPr>
          <a:xfrm>
            <a:off x="3866926" y="4067413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480A76-0461-827E-6033-7AB48FA0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2629970"/>
            <a:ext cx="6053829" cy="40475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F788A0F-2E89-48D0-ECED-F055EDAAECF6}"/>
              </a:ext>
            </a:extLst>
          </p:cNvPr>
          <p:cNvSpPr txBox="1"/>
          <p:nvPr/>
        </p:nvSpPr>
        <p:spPr>
          <a:xfrm>
            <a:off x="6039797" y="2591038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8254FD-C065-C5DE-FF9E-BE91D76BF926}"/>
              </a:ext>
            </a:extLst>
          </p:cNvPr>
          <p:cNvSpPr txBox="1"/>
          <p:nvPr/>
        </p:nvSpPr>
        <p:spPr>
          <a:xfrm>
            <a:off x="5619915" y="2802970"/>
            <a:ext cx="26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4844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62802-C686-8648-9D9E-FD1F0710B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4" y="123824"/>
            <a:ext cx="4491803" cy="5191125"/>
          </a:xfrm>
          <a:prstGeom prst="rect">
            <a:avLst/>
          </a:prstGeom>
        </p:spPr>
      </p:pic>
      <p:sp>
        <p:nvSpPr>
          <p:cNvPr id="4" name="Star: 5 Points 3">
            <a:extLst>
              <a:ext uri="{FF2B5EF4-FFF2-40B4-BE49-F238E27FC236}">
                <a16:creationId xmlns:a16="http://schemas.microsoft.com/office/drawing/2014/main" id="{3A04AE61-CC6D-8A8C-9A6E-1A5F7D1B30C1}"/>
              </a:ext>
            </a:extLst>
          </p:cNvPr>
          <p:cNvSpPr/>
          <p:nvPr/>
        </p:nvSpPr>
        <p:spPr>
          <a:xfrm>
            <a:off x="972416" y="4675908"/>
            <a:ext cx="184727" cy="212437"/>
          </a:xfrm>
          <a:prstGeom prst="star5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C1D4DF-F463-C730-CE1A-0D576835D1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" t="573" r="-1"/>
          <a:stretch>
            <a:fillRect/>
          </a:stretch>
        </p:blipFill>
        <p:spPr>
          <a:xfrm>
            <a:off x="4943474" y="1276350"/>
            <a:ext cx="724852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33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48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Avitia, Richard CW3 USARMY NG TXARNG (USA)</dc:creator>
  <cp:lastModifiedBy>Barkle, John E IV MSG USARMY NG TXARNG (USA)</cp:lastModifiedBy>
  <cp:revision>3</cp:revision>
  <dcterms:created xsi:type="dcterms:W3CDTF">2026-05-03T17:33:57Z</dcterms:created>
  <dcterms:modified xsi:type="dcterms:W3CDTF">2026-05-12T15:58:56Z</dcterms:modified>
</cp:coreProperties>
</file>