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352" r:id="rId5"/>
    <p:sldId id="7201" r:id="rId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029822-2B40-BDD7-DE6A-52C5A41EE5BC}" name="Lozano, San M MAJ USARMY NG TXARNG (USA)" initials="L(" userId="S::san.m.lozano.mil@army.mil::feca3a5d-ccfc-4037-b709-4a4c75a9d517" providerId="AD"/>
  <p188:author id="{C3300393-1349-493F-AE62-AFEDBA73F380}" name="Welch, John V V CW2 USARMY NG TXARNG (USA)" initials="W(" userId="S::john.v.welch.mil@army.mil::85335e88-c1c2-47e7-980e-66b3da4159f5" providerId="AD"/>
  <p188:author id="{3426C39B-8E56-554F-EE88-721A7FCA2077}" name="Castillo, Angelita Esperanza SSG USARMY NG TXARNG (USA)" initials="C(" userId="S::angelita.e.castillo.mil@army.mil::5060c717-8a1c-4fe4-914c-1495d1177457" providerId="AD"/>
  <p188:author id="{6A45CAC2-583C-5AC6-ED41-795E14B4418C}" name="Riveraperez, Rafael A MAJ USARMY NG TXARNG (USA)" initials="RR" userId="S::rafael.a.riveraperez.mil@army.mil::d3b7e9e6-b288-4221-a19f-2b50c70e27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9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3351B4B1-2576-4BE9-AE63-12D122B9A6FC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3AC3B4E6-7CE8-480B-8643-3E768CDA6DF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4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3B4E6-7CE8-480B-8643-3E768CDA6D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79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LDP on 10Jun26 1300-1600 at Brownwood</a:t>
            </a:r>
          </a:p>
          <a:p>
            <a:r>
              <a:rPr lang="en-US"/>
              <a:t>- ESR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3B4E6-7CE8-480B-8643-3E768CDA6D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6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18.jpeg"/><Relationship Id="rId2" Type="http://schemas.openxmlformats.org/officeDocument/2006/relationships/image" Target="../media/image3.jpe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12" Type="http://schemas.openxmlformats.org/officeDocument/2006/relationships/image" Target="../media/image13.jpeg"/><Relationship Id="rId17" Type="http://schemas.openxmlformats.org/officeDocument/2006/relationships/image" Target="../media/image20.png"/><Relationship Id="rId2" Type="http://schemas.openxmlformats.org/officeDocument/2006/relationships/image" Target="../media/image3.jpeg"/><Relationship Id="rId16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6.jpe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1FDCA73-C5BA-F0DC-6E94-BD501A223878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1878"/>
          <a:ext cx="12207765" cy="565770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341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34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1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40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94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1000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8372213" y="773123"/>
            <a:ext cx="695128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/ 36 ID / 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807130-6747-235E-4EF7-23FE186EE7CA}"/>
              </a:ext>
            </a:extLst>
          </p:cNvPr>
          <p:cNvSpPr/>
          <p:nvPr userDrawn="1"/>
        </p:nvSpPr>
        <p:spPr>
          <a:xfrm>
            <a:off x="4219903" y="781049"/>
            <a:ext cx="324405" cy="5626203"/>
          </a:xfrm>
          <a:prstGeom prst="rect">
            <a:avLst/>
          </a:prstGeom>
          <a:solidFill>
            <a:srgbClr val="FF66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Indigenous Peoples’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9B6FF-A202-C2AF-4C9F-909FF194AFA4}"/>
              </a:ext>
            </a:extLst>
          </p:cNvPr>
          <p:cNvSpPr/>
          <p:nvPr userDrawn="1"/>
        </p:nvSpPr>
        <p:spPr>
          <a:xfrm>
            <a:off x="11859447" y="783441"/>
            <a:ext cx="324405" cy="5626203"/>
          </a:xfrm>
          <a:prstGeom prst="rect">
            <a:avLst/>
          </a:prstGeom>
          <a:solidFill>
            <a:srgbClr val="FF66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Halloween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F7A1F-5984-414D-BD2E-CEC4717DC70B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2968D-DAB4-18A5-2211-2444F19FB21B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EC102-DA02-337F-21F6-F32ADD5CCA86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C8F95-638D-3A13-534C-3509BD7561C4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5D883CF-6211-C4A3-B041-B91622F47206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C2016-E857-5C79-267A-CDB6F4D47171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F2F8774F-C03C-539C-5F74-DB610E3B13AF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4376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1FDCA73-C5BA-F0DC-6E94-BD501A223878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14774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80542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497C5D2E-BBCF-7B9E-36B7-5D6F736AB59F}"/>
              </a:ext>
            </a:extLst>
          </p:cNvPr>
          <p:cNvSpPr/>
          <p:nvPr userDrawn="1"/>
        </p:nvSpPr>
        <p:spPr>
          <a:xfrm>
            <a:off x="2467020" y="777815"/>
            <a:ext cx="681638" cy="5657820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 TC / 36 ID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7328479" y="760722"/>
            <a:ext cx="68163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807130-6747-235E-4EF7-23FE186EE7CA}"/>
              </a:ext>
            </a:extLst>
          </p:cNvPr>
          <p:cNvSpPr/>
          <p:nvPr userDrawn="1"/>
        </p:nvSpPr>
        <p:spPr>
          <a:xfrm>
            <a:off x="4565968" y="781080"/>
            <a:ext cx="324405" cy="5626203"/>
          </a:xfrm>
          <a:prstGeom prst="rect">
            <a:avLst/>
          </a:prstGeom>
          <a:solidFill>
            <a:srgbClr val="FF66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Veterans Day (Observed)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9CE06-0C04-5242-E410-AC4AF6034B7C}"/>
              </a:ext>
            </a:extLst>
          </p:cNvPr>
          <p:cNvSpPr/>
          <p:nvPr userDrawn="1"/>
        </p:nvSpPr>
        <p:spPr>
          <a:xfrm>
            <a:off x="9085249" y="772289"/>
            <a:ext cx="324405" cy="5626203"/>
          </a:xfrm>
          <a:prstGeom prst="rect">
            <a:avLst/>
          </a:prstGeom>
          <a:solidFill>
            <a:srgbClr val="FF66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Thanksgiving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4311C9-8157-6A4A-A30C-90B92F0A5F15}"/>
              </a:ext>
            </a:extLst>
          </p:cNvPr>
          <p:cNvSpPr/>
          <p:nvPr userDrawn="1"/>
        </p:nvSpPr>
        <p:spPr>
          <a:xfrm>
            <a:off x="3519788" y="783844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Election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B1B3C-21D4-5492-7ABC-858C0BFBF84A}"/>
              </a:ext>
            </a:extLst>
          </p:cNvPr>
          <p:cNvSpPr/>
          <p:nvPr userDrawn="1"/>
        </p:nvSpPr>
        <p:spPr>
          <a:xfrm>
            <a:off x="4912660" y="784831"/>
            <a:ext cx="324405" cy="5626203"/>
          </a:xfrm>
          <a:prstGeom prst="rect">
            <a:avLst/>
          </a:prstGeom>
          <a:solidFill>
            <a:srgbClr val="FF66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Veterans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C98354-FBF2-AD34-79D6-BC06F5C6BF0F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6C87B-D35C-0962-DECD-F5C369EE0745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D3C06-E9D8-2276-0190-BAC5C7CFDCAF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26A32-C5E3-3ABE-DEC0-ED07D97842D9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E36B9D0F-9270-1887-E2A2-B2DECC984AC9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C4C835-EA6F-5056-2A4D-BBA7BEE0AF69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B5F963CD-1B71-EED8-3B5A-6252E1EEAD63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29208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C288B-AD8A-2C3A-B43F-357D87812DFA}"/>
              </a:ext>
            </a:extLst>
          </p:cNvPr>
          <p:cNvSpPr/>
          <p:nvPr userDrawn="1"/>
        </p:nvSpPr>
        <p:spPr>
          <a:xfrm>
            <a:off x="3856706" y="764553"/>
            <a:ext cx="10373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4183855" y="773268"/>
            <a:ext cx="710199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/ 36 ID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84727-6C6C-B68B-9DE6-9380CB83439D}"/>
              </a:ext>
            </a:extLst>
          </p:cNvPr>
          <p:cNvSpPr/>
          <p:nvPr userDrawn="1"/>
        </p:nvSpPr>
        <p:spPr>
          <a:xfrm>
            <a:off x="11869162" y="749852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Year’s Eve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86EB9E-1EC3-5B36-3289-EF25BAE7DCC3}"/>
              </a:ext>
            </a:extLst>
          </p:cNvPr>
          <p:cNvSpPr/>
          <p:nvPr userDrawn="1"/>
        </p:nvSpPr>
        <p:spPr>
          <a:xfrm>
            <a:off x="11147424" y="763011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Holiday Observed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8F404-A89D-0A25-E7E3-FC723969B172}"/>
              </a:ext>
            </a:extLst>
          </p:cNvPr>
          <p:cNvSpPr/>
          <p:nvPr userDrawn="1"/>
        </p:nvSpPr>
        <p:spPr>
          <a:xfrm>
            <a:off x="9778596" y="778668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Christmas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8AE445-20B1-FB42-AC14-843C969DC2F3}"/>
              </a:ext>
            </a:extLst>
          </p:cNvPr>
          <p:cNvSpPr/>
          <p:nvPr userDrawn="1"/>
        </p:nvSpPr>
        <p:spPr>
          <a:xfrm>
            <a:off x="8733461" y="772289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Holiday Observed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16E01-6BF3-84AE-3EF6-59F000C44BBB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CA5E2-A61F-C412-8AF3-B7656F3E5C9F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2E194-AA62-9D0B-4459-BB93D6B25783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8B995-8939-0272-2152-B331B88A828C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51C6E9B-7121-9EBA-8651-1CB76B7D39DB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B59B3-947F-449B-D497-1FC12E90DA9A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BE7796AE-A756-5666-E540-479B6CDD367B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0123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2660"/>
          <a:ext cx="12200864" cy="5655656"/>
        </p:xfrm>
        <a:graphic>
          <a:graphicData uri="http://schemas.openxmlformats.org/drawingml/2006/table">
            <a:tbl>
              <a:tblPr/>
              <a:tblGrid>
                <a:gridCol w="1515901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2240151" y="779863"/>
            <a:ext cx="74068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9996687" y="784846"/>
            <a:ext cx="70895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8AF0E-68B5-C9FE-FC59-B58D82FDA329}"/>
              </a:ext>
            </a:extLst>
          </p:cNvPr>
          <p:cNvSpPr/>
          <p:nvPr userDrawn="1"/>
        </p:nvSpPr>
        <p:spPr>
          <a:xfrm>
            <a:off x="6286460" y="770552"/>
            <a:ext cx="369761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Valentine’s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DF7310-E451-2FAE-A7FB-ADAC51A36E8A}"/>
              </a:ext>
            </a:extLst>
          </p:cNvPr>
          <p:cNvSpPr/>
          <p:nvPr userDrawn="1"/>
        </p:nvSpPr>
        <p:spPr>
          <a:xfrm>
            <a:off x="8165724" y="786300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President’s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C6EE0-8C1E-2C78-A77D-16AF352F06D7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674240-C69F-D83F-77C4-6D51AA541099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4E018-FC57-20F2-C063-ADC408B9F0C4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9F5170-EC86-067D-0A0D-8E3B60AD01E0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0A8B05F-B423-23D0-0EC6-47BB66F6A937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75511F-418F-6210-5BEC-74592D838DD1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ED5D8FB-D4ED-178B-B123-2823BFEB82F4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7224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D1743F5-10FA-53A7-1F4A-0C3EAE0C7A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1783974" y="763011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9086231" y="777818"/>
            <a:ext cx="6846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8D3A60-45F9-E3D2-BDB6-816CA59943C0}"/>
              </a:ext>
            </a:extLst>
          </p:cNvPr>
          <p:cNvSpPr/>
          <p:nvPr userDrawn="1"/>
        </p:nvSpPr>
        <p:spPr>
          <a:xfrm>
            <a:off x="4681007" y="818980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Daylight Saving 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3A32A-3A72-973C-64DE-605E14494FFF}"/>
              </a:ext>
            </a:extLst>
          </p:cNvPr>
          <p:cNvSpPr/>
          <p:nvPr userDrawn="1"/>
        </p:nvSpPr>
        <p:spPr>
          <a:xfrm>
            <a:off x="6955027" y="786141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St. Patrick’s Day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0C6E1D-8D79-8DA2-E886-3DD81D88BDA1}"/>
              </a:ext>
            </a:extLst>
          </p:cNvPr>
          <p:cNvSpPr/>
          <p:nvPr userDrawn="1"/>
        </p:nvSpPr>
        <p:spPr>
          <a:xfrm>
            <a:off x="11874475" y="760027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EE78D8-A2F6-D74C-BFB2-D10B139155FB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F1EA2-AD99-DF03-EEB3-6C49FB69728D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34B97-C8A5-ECC3-8D7D-9BBBE694A6A9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228EA4-E494-518B-3006-8F51A272C0EB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2640576-EBB3-0F05-5BEA-52667D2D7A2C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73B2E-60DC-6BF3-0730-ECC7356B0372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5DCE7208-C868-EEB7-948D-EB2C49F08663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3022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59C3D05-BF43-3340-67B4-A96A6C6C193B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2660"/>
          <a:ext cx="12200875" cy="5655656"/>
        </p:xfrm>
        <a:graphic>
          <a:graphicData uri="http://schemas.openxmlformats.org/drawingml/2006/table">
            <a:tbl>
              <a:tblPr/>
              <a:tblGrid>
                <a:gridCol w="1471465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6983331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7513995" y="743177"/>
            <a:ext cx="1442991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1CB0FB-678F-B905-7E98-8103EFA43471}"/>
              </a:ext>
            </a:extLst>
          </p:cNvPr>
          <p:cNvSpPr/>
          <p:nvPr userDrawn="1"/>
        </p:nvSpPr>
        <p:spPr>
          <a:xfrm>
            <a:off x="6482505" y="760933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 Day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1FE93A-2711-5A37-274A-4EE4B8B0C928}"/>
              </a:ext>
            </a:extLst>
          </p:cNvPr>
          <p:cNvSpPr/>
          <p:nvPr userDrawn="1"/>
        </p:nvSpPr>
        <p:spPr>
          <a:xfrm>
            <a:off x="3247494" y="774347"/>
            <a:ext cx="733340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0AB2E-B73B-9E53-F057-65B37D4F2588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C5940C-E4FA-87F9-739C-260E344029F1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FD499-837E-A3D5-85E3-9AAA91E3B0CE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9674C-C65C-3EEA-4B8A-A4A727EB6F2D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4EF5EDFF-323F-BF35-0A09-4EA1F4F6DF32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087AC-CD1C-312B-0560-22A7A2574D22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F5058B3F-29CA-0B34-7143-41EE37BAF60D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9119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5BEA-4CDC-2839-6312-0EA1F09D1B17}"/>
              </a:ext>
            </a:extLst>
          </p:cNvPr>
          <p:cNvSpPr/>
          <p:nvPr userDrawn="1"/>
        </p:nvSpPr>
        <p:spPr>
          <a:xfrm>
            <a:off x="10468821" y="752641"/>
            <a:ext cx="324405" cy="5682994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Memorial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A3DC7-5BA7-A6AD-1100-2F49B442965B}"/>
              </a:ext>
            </a:extLst>
          </p:cNvPr>
          <p:cNvSpPr/>
          <p:nvPr userDrawn="1"/>
        </p:nvSpPr>
        <p:spPr>
          <a:xfrm>
            <a:off x="5269972" y="772289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Mother’s Day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471156-CECF-FC5B-6F3A-582072409D8F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73B84-C3FA-B78A-F76F-0B0752D92288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DC8E3-5EBB-C606-B7B2-AA6D034954F0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B7478A-1693-B791-F977-EBB960B33129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D1E2D76-D561-4BF9-79A2-6DD9E99DB8D7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B97B10-02E6-5D92-6020-2B99CD61EA4A}"/>
              </a:ext>
            </a:extLst>
          </p:cNvPr>
          <p:cNvSpPr/>
          <p:nvPr userDrawn="1"/>
        </p:nvSpPr>
        <p:spPr>
          <a:xfrm>
            <a:off x="2101211" y="774656"/>
            <a:ext cx="1050361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JFHQ/71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CEB7A4-70AC-4566-14E9-1695594E1466}"/>
              </a:ext>
            </a:extLst>
          </p:cNvPr>
          <p:cNvSpPr/>
          <p:nvPr userDrawn="1"/>
        </p:nvSpPr>
        <p:spPr>
          <a:xfrm>
            <a:off x="7346951" y="769275"/>
            <a:ext cx="6846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8129F-6FCE-CFD5-A514-469214802789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13EC3E54-8021-AC48-DB1A-ED6020DB8E62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343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1495"/>
          <a:ext cx="12200875" cy="5655656"/>
        </p:xfrm>
        <a:graphic>
          <a:graphicData uri="http://schemas.openxmlformats.org/drawingml/2006/table">
            <a:tbl>
              <a:tblPr/>
              <a:tblGrid>
                <a:gridCol w="1471465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ECBD7-F791-15C6-DA75-D1D4535B4F92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C5DF8-5743-F7E2-183B-B8AC5D254AEF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8738D-1B16-3710-64CD-E20DDD97F215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413D4E-B483-70A4-799A-63E173217F7C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7C127C55-CF6C-E758-A62F-2A1CAC420236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5BEA-4CDC-2839-6312-0EA1F09D1B17}"/>
              </a:ext>
            </a:extLst>
          </p:cNvPr>
          <p:cNvSpPr/>
          <p:nvPr userDrawn="1"/>
        </p:nvSpPr>
        <p:spPr>
          <a:xfrm>
            <a:off x="7918684" y="777818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Juneteenth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EB653-7C49-E9CC-63E6-1D61C8C9A3A1}"/>
              </a:ext>
            </a:extLst>
          </p:cNvPr>
          <p:cNvSpPr/>
          <p:nvPr userDrawn="1"/>
        </p:nvSpPr>
        <p:spPr>
          <a:xfrm>
            <a:off x="1480336" y="786302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B6DF3-5743-2B08-EA0A-59CE14FB7832}"/>
              </a:ext>
            </a:extLst>
          </p:cNvPr>
          <p:cNvSpPr/>
          <p:nvPr userDrawn="1"/>
        </p:nvSpPr>
        <p:spPr>
          <a:xfrm>
            <a:off x="8625368" y="777818"/>
            <a:ext cx="1061442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176 EN BDE DRILL WEEKEND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2B5034-07DF-C397-BD93-806ED542B649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63858C4-9A74-134A-460F-8D949D156422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51696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3BB1CD8-08D6-E752-076D-A8C1D63C53A2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85" y="819043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4DA85-12D0-BD17-1D04-28AC7F08E98C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5C4B69-9274-981A-3120-C8FBAE2664A2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95930-BA25-38A1-2958-0681EA5F9617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1D5EC-36FF-9900-D96D-4311BCED43F8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9C69A0F-245D-01BB-5959-D433BD9C1D20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0A1E7E-3B49-B45B-81BB-08080C3BA2D4}"/>
              </a:ext>
            </a:extLst>
          </p:cNvPr>
          <p:cNvSpPr/>
          <p:nvPr userDrawn="1"/>
        </p:nvSpPr>
        <p:spPr>
          <a:xfrm>
            <a:off x="5592899" y="795969"/>
            <a:ext cx="5255614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176/386 EN BN ANNUAL TRAINING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5BEA-4CDC-2839-6312-0EA1F09D1B17}"/>
              </a:ext>
            </a:extLst>
          </p:cNvPr>
          <p:cNvSpPr/>
          <p:nvPr userDrawn="1"/>
        </p:nvSpPr>
        <p:spPr>
          <a:xfrm>
            <a:off x="2472343" y="825693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Independence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99725-B3C9-A009-B236-B15641C896E1}"/>
              </a:ext>
            </a:extLst>
          </p:cNvPr>
          <p:cNvSpPr/>
          <p:nvPr userDrawn="1"/>
        </p:nvSpPr>
        <p:spPr>
          <a:xfrm>
            <a:off x="5592899" y="804453"/>
            <a:ext cx="684647" cy="5647444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B1AE2-A0EF-A7D3-7713-D361B8FEACD8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67391412-A42E-8168-EBC3-F601CCE22AFE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1974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89354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265DBA-C0F1-22DE-EFB5-D8018CBD1517}"/>
              </a:ext>
            </a:extLst>
          </p:cNvPr>
          <p:cNvSpPr/>
          <p:nvPr userDrawn="1"/>
        </p:nvSpPr>
        <p:spPr>
          <a:xfrm>
            <a:off x="4553611" y="769275"/>
            <a:ext cx="6846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176 EN BDE DRILL WEEKEND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0CFA2-D017-B05A-AC2A-7FF5622E8242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8B804-95FC-D4E2-48F5-437DEC921D79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0A9E3-2731-71DB-C4FF-A2C3D48A778F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E3B139-1019-00C3-61FB-27B5AA31D653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A05BA18-A241-F2CC-B1B8-20DAC9868BC4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753622-FC85-ABA8-7F8D-B9A976BC3835}"/>
              </a:ext>
            </a:extLst>
          </p:cNvPr>
          <p:cNvSpPr/>
          <p:nvPr userDrawn="1"/>
        </p:nvSpPr>
        <p:spPr>
          <a:xfrm>
            <a:off x="2118968" y="777477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7BC92E-AC15-B823-9027-9E65A4F5EF35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4855860-FFB0-309E-5827-7E294A73173C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154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1495"/>
          <a:ext cx="12200876" cy="5655656"/>
        </p:xfrm>
        <a:graphic>
          <a:graphicData uri="http://schemas.openxmlformats.org/drawingml/2006/table">
            <a:tbl>
              <a:tblPr/>
              <a:tblGrid>
                <a:gridCol w="1471465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71305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3990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BC746-FBE5-7D5C-B7A2-A45819A104FD}"/>
              </a:ext>
            </a:extLst>
          </p:cNvPr>
          <p:cNvSpPr/>
          <p:nvPr userDrawn="1"/>
        </p:nvSpPr>
        <p:spPr>
          <a:xfrm>
            <a:off x="1836673" y="787547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B8D13-39CF-0058-21E1-763FC20B8E87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A544B-481F-BEFE-55ED-18F7122FAE1E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1D027-95F2-107D-68B0-E3F7D9349637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878AA-35CB-9939-02A7-2E713336CDA1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F917DE9-3B92-3587-E249-6539470A40DC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FD4BC5-4030-AE5E-76D2-A9CBDFD107B4}"/>
              </a:ext>
            </a:extLst>
          </p:cNvPr>
          <p:cNvSpPr/>
          <p:nvPr userDrawn="1"/>
        </p:nvSpPr>
        <p:spPr>
          <a:xfrm>
            <a:off x="3625947" y="760027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A8736A-69B1-9E92-79EE-F820F562CDFB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9F8D21E8-2C79-6CF9-B167-67228B20FCA4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266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8878" y="772660"/>
          <a:ext cx="12200882" cy="5655656"/>
        </p:xfrm>
        <a:graphic>
          <a:graphicData uri="http://schemas.openxmlformats.org/drawingml/2006/table">
            <a:tbl>
              <a:tblPr/>
              <a:tblGrid>
                <a:gridCol w="1429560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16983331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880756141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3142381" y="770552"/>
            <a:ext cx="74068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8025549" y="758986"/>
            <a:ext cx="70895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8AF0E-68B5-C9FE-FC59-B58D82FDA329}"/>
              </a:ext>
            </a:extLst>
          </p:cNvPr>
          <p:cNvSpPr/>
          <p:nvPr userDrawn="1"/>
        </p:nvSpPr>
        <p:spPr>
          <a:xfrm>
            <a:off x="6286460" y="770552"/>
            <a:ext cx="369761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88606-6915-BA72-A6FD-F77A1CC481D3}"/>
              </a:ext>
            </a:extLst>
          </p:cNvPr>
          <p:cNvSpPr/>
          <p:nvPr userDrawn="1"/>
        </p:nvSpPr>
        <p:spPr>
          <a:xfrm>
            <a:off x="6300259" y="781373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Martin Luther King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52FC83-B3FC-F902-6E0B-BF50FBB19F1F}"/>
              </a:ext>
            </a:extLst>
          </p:cNvPr>
          <p:cNvSpPr/>
          <p:nvPr userDrawn="1"/>
        </p:nvSpPr>
        <p:spPr>
          <a:xfrm>
            <a:off x="1432218" y="793682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Year’s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C25674-1A84-D598-A844-E3986CE5EEC9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5144F-C515-E5CF-58C0-BA19F67542AD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FCEEB6-9909-5277-95A3-92696D2C6A99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3B5ED2-57AA-DD4E-D797-8982931C03F7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6A66617-3658-2D8E-EBEB-2CCF39FE4FDE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8A7428-9B0A-AA77-0849-FB57D213A48B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33867E6B-E9D2-C82E-93F9-AC1181C7798D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01726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1FDCA73-C5BA-F0DC-6E94-BD501A2238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08210331"/>
              </p:ext>
            </p:extLst>
          </p:nvPr>
        </p:nvGraphicFramePr>
        <p:xfrm>
          <a:off x="-8878" y="771878"/>
          <a:ext cx="12207765" cy="565770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341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34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1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40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94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1000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8372213" y="773123"/>
            <a:ext cx="695128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/ 36 ID / 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807130-6747-235E-4EF7-23FE186EE7CA}"/>
              </a:ext>
            </a:extLst>
          </p:cNvPr>
          <p:cNvSpPr/>
          <p:nvPr userDrawn="1"/>
        </p:nvSpPr>
        <p:spPr>
          <a:xfrm>
            <a:off x="4219903" y="781049"/>
            <a:ext cx="324405" cy="5626203"/>
          </a:xfrm>
          <a:prstGeom prst="rect">
            <a:avLst/>
          </a:prstGeom>
          <a:solidFill>
            <a:srgbClr val="FF66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Indigenous Peoples’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C9B6FF-A202-C2AF-4C9F-909FF194AFA4}"/>
              </a:ext>
            </a:extLst>
          </p:cNvPr>
          <p:cNvSpPr/>
          <p:nvPr userDrawn="1"/>
        </p:nvSpPr>
        <p:spPr>
          <a:xfrm>
            <a:off x="11859447" y="783441"/>
            <a:ext cx="324405" cy="5626203"/>
          </a:xfrm>
          <a:prstGeom prst="rect">
            <a:avLst/>
          </a:prstGeom>
          <a:solidFill>
            <a:srgbClr val="FF66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Halloween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3F7A1F-5984-414D-BD2E-CEC4717DC70B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2968D-DAB4-18A5-2211-2444F19FB21B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EC102-DA02-337F-21F6-F32ADD5CCA86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C8F95-638D-3A13-534C-3509BD7561C4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5D883CF-6211-C4A3-B041-B91622F47206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C2016-E857-5C79-267A-CDB6F4D47171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F2F8774F-C03C-539C-5F74-DB610E3B13AF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177880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1FDCA73-C5BA-F0DC-6E94-BD501A2238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48106300"/>
              </p:ext>
            </p:extLst>
          </p:nvPr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14774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80542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497C5D2E-BBCF-7B9E-36B7-5D6F736AB59F}"/>
              </a:ext>
            </a:extLst>
          </p:cNvPr>
          <p:cNvSpPr/>
          <p:nvPr userDrawn="1"/>
        </p:nvSpPr>
        <p:spPr>
          <a:xfrm>
            <a:off x="2467020" y="777815"/>
            <a:ext cx="681638" cy="5657820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 TC / 36 ID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7328479" y="760722"/>
            <a:ext cx="68163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807130-6747-235E-4EF7-23FE186EE7CA}"/>
              </a:ext>
            </a:extLst>
          </p:cNvPr>
          <p:cNvSpPr/>
          <p:nvPr userDrawn="1"/>
        </p:nvSpPr>
        <p:spPr>
          <a:xfrm>
            <a:off x="4565968" y="781080"/>
            <a:ext cx="324405" cy="5626203"/>
          </a:xfrm>
          <a:prstGeom prst="rect">
            <a:avLst/>
          </a:prstGeom>
          <a:solidFill>
            <a:srgbClr val="FF66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Veterans Day (Observed)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9CE06-0C04-5242-E410-AC4AF6034B7C}"/>
              </a:ext>
            </a:extLst>
          </p:cNvPr>
          <p:cNvSpPr/>
          <p:nvPr userDrawn="1"/>
        </p:nvSpPr>
        <p:spPr>
          <a:xfrm>
            <a:off x="9085249" y="772289"/>
            <a:ext cx="324405" cy="5626203"/>
          </a:xfrm>
          <a:prstGeom prst="rect">
            <a:avLst/>
          </a:prstGeom>
          <a:solidFill>
            <a:srgbClr val="FF66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Thanksgiving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4311C9-8157-6A4A-A30C-90B92F0A5F15}"/>
              </a:ext>
            </a:extLst>
          </p:cNvPr>
          <p:cNvSpPr/>
          <p:nvPr userDrawn="1"/>
        </p:nvSpPr>
        <p:spPr>
          <a:xfrm>
            <a:off x="3519788" y="783844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Election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8B1B3C-21D4-5492-7ABC-858C0BFBF84A}"/>
              </a:ext>
            </a:extLst>
          </p:cNvPr>
          <p:cNvSpPr/>
          <p:nvPr userDrawn="1"/>
        </p:nvSpPr>
        <p:spPr>
          <a:xfrm>
            <a:off x="4912660" y="784831"/>
            <a:ext cx="324405" cy="5626203"/>
          </a:xfrm>
          <a:prstGeom prst="rect">
            <a:avLst/>
          </a:prstGeom>
          <a:solidFill>
            <a:srgbClr val="FF66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Veterans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C98354-FBF2-AD34-79D6-BC06F5C6BF0F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D6C87B-D35C-0962-DECD-F5C369EE0745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D3C06-E9D8-2276-0190-BAC5C7CFDCAF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26A32-C5E3-3ABE-DEC0-ED07D97842D9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E36B9D0F-9270-1887-E2A2-B2DECC984AC9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C4C835-EA6F-5056-2A4D-BBA7BEE0AF69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B5F963CD-1B71-EED8-3B5A-6252E1EEAD63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59754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30486012"/>
              </p:ext>
            </p:extLst>
          </p:nvPr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C288B-AD8A-2C3A-B43F-357D87812DFA}"/>
              </a:ext>
            </a:extLst>
          </p:cNvPr>
          <p:cNvSpPr/>
          <p:nvPr userDrawn="1"/>
        </p:nvSpPr>
        <p:spPr>
          <a:xfrm>
            <a:off x="3856706" y="764553"/>
            <a:ext cx="10373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4183855" y="773268"/>
            <a:ext cx="710199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/ 36 ID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84727-6C6C-B68B-9DE6-9380CB83439D}"/>
              </a:ext>
            </a:extLst>
          </p:cNvPr>
          <p:cNvSpPr/>
          <p:nvPr userDrawn="1"/>
        </p:nvSpPr>
        <p:spPr>
          <a:xfrm>
            <a:off x="11869162" y="749852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Year’s Eve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86EB9E-1EC3-5B36-3289-EF25BAE7DCC3}"/>
              </a:ext>
            </a:extLst>
          </p:cNvPr>
          <p:cNvSpPr/>
          <p:nvPr userDrawn="1"/>
        </p:nvSpPr>
        <p:spPr>
          <a:xfrm>
            <a:off x="11147424" y="763011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Holiday Observed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8F404-A89D-0A25-E7E3-FC723969B172}"/>
              </a:ext>
            </a:extLst>
          </p:cNvPr>
          <p:cNvSpPr/>
          <p:nvPr userDrawn="1"/>
        </p:nvSpPr>
        <p:spPr>
          <a:xfrm>
            <a:off x="9778596" y="778668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Christmas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8AE445-20B1-FB42-AC14-843C969DC2F3}"/>
              </a:ext>
            </a:extLst>
          </p:cNvPr>
          <p:cNvSpPr/>
          <p:nvPr userDrawn="1"/>
        </p:nvSpPr>
        <p:spPr>
          <a:xfrm>
            <a:off x="8733461" y="772289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Holiday Observed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16E01-6BF3-84AE-3EF6-59F000C44BBB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CA5E2-A61F-C412-8AF3-B7656F3E5C9F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2E194-AA62-9D0B-4459-BB93D6B25783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8B995-8939-0272-2152-B331B88A828C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51C6E9B-7121-9EBA-8651-1CB76B7D39DB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B59B3-947F-449B-D497-1FC12E90DA9A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BE7796AE-A756-5666-E540-479B6CDD367B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68920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14982327"/>
              </p:ext>
            </p:extLst>
          </p:nvPr>
        </p:nvGraphicFramePr>
        <p:xfrm>
          <a:off x="-8878" y="772660"/>
          <a:ext cx="12200864" cy="5655656"/>
        </p:xfrm>
        <a:graphic>
          <a:graphicData uri="http://schemas.openxmlformats.org/drawingml/2006/table">
            <a:tbl>
              <a:tblPr/>
              <a:tblGrid>
                <a:gridCol w="1515901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684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2240151" y="779863"/>
            <a:ext cx="74068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9996687" y="784846"/>
            <a:ext cx="70895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8AF0E-68B5-C9FE-FC59-B58D82FDA329}"/>
              </a:ext>
            </a:extLst>
          </p:cNvPr>
          <p:cNvSpPr/>
          <p:nvPr userDrawn="1"/>
        </p:nvSpPr>
        <p:spPr>
          <a:xfrm>
            <a:off x="6286460" y="770552"/>
            <a:ext cx="369761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Valentine’s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DF7310-E451-2FAE-A7FB-ADAC51A36E8A}"/>
              </a:ext>
            </a:extLst>
          </p:cNvPr>
          <p:cNvSpPr/>
          <p:nvPr userDrawn="1"/>
        </p:nvSpPr>
        <p:spPr>
          <a:xfrm>
            <a:off x="8165724" y="786300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President’s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C6EE0-8C1E-2C78-A77D-16AF352F06D7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674240-C69F-D83F-77C4-6D51AA541099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4E018-FC57-20F2-C063-ADC408B9F0C4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9F5170-EC86-067D-0A0D-8E3B60AD01E0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0A8B05F-B423-23D0-0EC6-47BB66F6A937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75511F-418F-6210-5BEC-74592D838DD1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ED5D8FB-D4ED-178B-B123-2823BFEB82F4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251671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D1743F5-10FA-53A7-1F4A-0C3EAE0C7A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74673"/>
              </p:ext>
            </p:extLst>
          </p:nvPr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1783974" y="763011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9086231" y="777818"/>
            <a:ext cx="6846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8D3A60-45F9-E3D2-BDB6-816CA59943C0}"/>
              </a:ext>
            </a:extLst>
          </p:cNvPr>
          <p:cNvSpPr/>
          <p:nvPr userDrawn="1"/>
        </p:nvSpPr>
        <p:spPr>
          <a:xfrm>
            <a:off x="4681007" y="818980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Daylight Saving 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3A32A-3A72-973C-64DE-605E14494FFF}"/>
              </a:ext>
            </a:extLst>
          </p:cNvPr>
          <p:cNvSpPr/>
          <p:nvPr userDrawn="1"/>
        </p:nvSpPr>
        <p:spPr>
          <a:xfrm>
            <a:off x="6955027" y="786141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St. Patrick’s 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12D25-002E-9AE4-3A48-FC3447F15987}"/>
              </a:ext>
            </a:extLst>
          </p:cNvPr>
          <p:cNvSpPr/>
          <p:nvPr userDrawn="1"/>
        </p:nvSpPr>
        <p:spPr>
          <a:xfrm>
            <a:off x="4216143" y="763010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0C6E1D-8D79-8DA2-E886-3DD81D88BDA1}"/>
              </a:ext>
            </a:extLst>
          </p:cNvPr>
          <p:cNvSpPr/>
          <p:nvPr userDrawn="1"/>
        </p:nvSpPr>
        <p:spPr>
          <a:xfrm>
            <a:off x="11874475" y="760027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EE78D8-A2F6-D74C-BFB2-D10B139155FB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9F1EA2-AD99-DF03-EEB3-6C49FB69728D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34B97-C8A5-ECC3-8D7D-9BBBE694A6A9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228EA4-E494-518B-3006-8F51A272C0EB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B2640576-EBB3-0F05-5BEA-52667D2D7A2C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773B2E-60DC-6BF3-0730-ECC7356B0372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5DCE7208-C868-EEB7-948D-EB2C49F08663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92333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59C3D05-BF43-3340-67B4-A96A6C6C19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31083714"/>
              </p:ext>
            </p:extLst>
          </p:nvPr>
        </p:nvGraphicFramePr>
        <p:xfrm>
          <a:off x="-8878" y="772660"/>
          <a:ext cx="12200875" cy="5655656"/>
        </p:xfrm>
        <a:graphic>
          <a:graphicData uri="http://schemas.openxmlformats.org/drawingml/2006/table">
            <a:tbl>
              <a:tblPr/>
              <a:tblGrid>
                <a:gridCol w="1471465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6983331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7513995" y="743177"/>
            <a:ext cx="1442991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1CB0FB-678F-B905-7E98-8103EFA43471}"/>
              </a:ext>
            </a:extLst>
          </p:cNvPr>
          <p:cNvSpPr/>
          <p:nvPr userDrawn="1"/>
        </p:nvSpPr>
        <p:spPr>
          <a:xfrm>
            <a:off x="6482505" y="760933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 Day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1FE93A-2711-5A37-274A-4EE4B8B0C928}"/>
              </a:ext>
            </a:extLst>
          </p:cNvPr>
          <p:cNvSpPr/>
          <p:nvPr userDrawn="1"/>
        </p:nvSpPr>
        <p:spPr>
          <a:xfrm>
            <a:off x="3247494" y="774347"/>
            <a:ext cx="733340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0AB2E-B73B-9E53-F057-65B37D4F2588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C5940C-E4FA-87F9-739C-260E344029F1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FD499-837E-A3D5-85E3-9AAA91E3B0CE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9674C-C65C-3EEA-4B8A-A4A727EB6F2D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4EF5EDFF-323F-BF35-0A09-4EA1F4F6DF32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B087AC-CD1C-312B-0560-22A7A2574D22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F5058B3F-29CA-0B34-7143-41EE37BAF60D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174075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4530427"/>
              </p:ext>
            </p:extLst>
          </p:nvPr>
        </p:nvGraphicFramePr>
        <p:xfrm>
          <a:off x="-8878" y="771495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5BEA-4CDC-2839-6312-0EA1F09D1B17}"/>
              </a:ext>
            </a:extLst>
          </p:cNvPr>
          <p:cNvSpPr/>
          <p:nvPr userDrawn="1"/>
        </p:nvSpPr>
        <p:spPr>
          <a:xfrm>
            <a:off x="10468821" y="752641"/>
            <a:ext cx="324405" cy="5682994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Memorial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A3DC7-5BA7-A6AD-1100-2F49B442965B}"/>
              </a:ext>
            </a:extLst>
          </p:cNvPr>
          <p:cNvSpPr/>
          <p:nvPr userDrawn="1"/>
        </p:nvSpPr>
        <p:spPr>
          <a:xfrm>
            <a:off x="5269972" y="772289"/>
            <a:ext cx="324405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Mother’s Day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471156-CECF-FC5B-6F3A-582072409D8F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73B84-C3FA-B78A-F76F-0B0752D92288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DC8E3-5EBB-C606-B7B2-AA6D034954F0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B7478A-1693-B791-F977-EBB960B33129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D1E2D76-D561-4BF9-79A2-6DD9E99DB8D7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B97B10-02E6-5D92-6020-2B99CD61EA4A}"/>
              </a:ext>
            </a:extLst>
          </p:cNvPr>
          <p:cNvSpPr/>
          <p:nvPr userDrawn="1"/>
        </p:nvSpPr>
        <p:spPr>
          <a:xfrm>
            <a:off x="2101211" y="774656"/>
            <a:ext cx="1050361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JFHQ/71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CEB7A4-70AC-4566-14E9-1695594E1466}"/>
              </a:ext>
            </a:extLst>
          </p:cNvPr>
          <p:cNvSpPr/>
          <p:nvPr userDrawn="1"/>
        </p:nvSpPr>
        <p:spPr>
          <a:xfrm>
            <a:off x="7346951" y="769275"/>
            <a:ext cx="6846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8129F-6FCE-CFD5-A514-469214802789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13EC3E54-8021-AC48-DB1A-ED6020DB8E62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65338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6387438"/>
              </p:ext>
            </p:extLst>
          </p:nvPr>
        </p:nvGraphicFramePr>
        <p:xfrm>
          <a:off x="-8878" y="771495"/>
          <a:ext cx="12200875" cy="5655656"/>
        </p:xfrm>
        <a:graphic>
          <a:graphicData uri="http://schemas.openxmlformats.org/drawingml/2006/table">
            <a:tbl>
              <a:tblPr/>
              <a:tblGrid>
                <a:gridCol w="1471465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ECBD7-F791-15C6-DA75-D1D4535B4F92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C5DF8-5743-F7E2-183B-B8AC5D254AEF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8738D-1B16-3710-64CD-E20DDD97F215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413D4E-B483-70A4-799A-63E173217F7C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7C127C55-CF6C-E758-A62F-2A1CAC420236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5BEA-4CDC-2839-6312-0EA1F09D1B17}"/>
              </a:ext>
            </a:extLst>
          </p:cNvPr>
          <p:cNvSpPr/>
          <p:nvPr userDrawn="1"/>
        </p:nvSpPr>
        <p:spPr>
          <a:xfrm>
            <a:off x="7918684" y="777818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Juneteenth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EB653-7C49-E9CC-63E6-1D61C8C9A3A1}"/>
              </a:ext>
            </a:extLst>
          </p:cNvPr>
          <p:cNvSpPr/>
          <p:nvPr userDrawn="1"/>
        </p:nvSpPr>
        <p:spPr>
          <a:xfrm>
            <a:off x="1480336" y="786302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B6DF3-5743-2B08-EA0A-59CE14FB7832}"/>
              </a:ext>
            </a:extLst>
          </p:cNvPr>
          <p:cNvSpPr/>
          <p:nvPr userDrawn="1"/>
        </p:nvSpPr>
        <p:spPr>
          <a:xfrm>
            <a:off x="8625368" y="777818"/>
            <a:ext cx="1061442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176 EN BDE DRILL WEEKEND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2B5034-07DF-C397-BD93-806ED542B649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63858C4-9A74-134A-460F-8D949D156422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14772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3BB1CD8-08D6-E752-076D-A8C1D63C53A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2823724"/>
              </p:ext>
            </p:extLst>
          </p:nvPr>
        </p:nvGraphicFramePr>
        <p:xfrm>
          <a:off x="-8885" y="819043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4DA85-12D0-BD17-1D04-28AC7F08E98C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5C4B69-9274-981A-3120-C8FBAE2664A2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95930-BA25-38A1-2958-0681EA5F9617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91D5EC-36FF-9900-D96D-4311BCED43F8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9C69A0F-245D-01BB-5959-D433BD9C1D20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0A1E7E-3B49-B45B-81BB-08080C3BA2D4}"/>
              </a:ext>
            </a:extLst>
          </p:cNvPr>
          <p:cNvSpPr/>
          <p:nvPr userDrawn="1"/>
        </p:nvSpPr>
        <p:spPr>
          <a:xfrm>
            <a:off x="5592899" y="795969"/>
            <a:ext cx="5255614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176/386 EN BN ANNUAL TRAINING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05BEA-4CDC-2839-6312-0EA1F09D1B17}"/>
              </a:ext>
            </a:extLst>
          </p:cNvPr>
          <p:cNvSpPr/>
          <p:nvPr userDrawn="1"/>
        </p:nvSpPr>
        <p:spPr>
          <a:xfrm>
            <a:off x="2472343" y="825693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Independence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99725-B3C9-A009-B236-B15641C896E1}"/>
              </a:ext>
            </a:extLst>
          </p:cNvPr>
          <p:cNvSpPr/>
          <p:nvPr userDrawn="1"/>
        </p:nvSpPr>
        <p:spPr>
          <a:xfrm>
            <a:off x="5592899" y="804453"/>
            <a:ext cx="684647" cy="5647444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B1AE2-A0EF-A7D3-7713-D361B8FEACD8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67391412-A42E-8168-EBC3-F601CCE22AFE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772931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82491272"/>
              </p:ext>
            </p:extLst>
          </p:nvPr>
        </p:nvGraphicFramePr>
        <p:xfrm>
          <a:off x="-8878" y="789354"/>
          <a:ext cx="12207765" cy="5655656"/>
        </p:xfrm>
        <a:graphic>
          <a:graphicData uri="http://schemas.openxmlformats.org/drawingml/2006/table">
            <a:tbl>
              <a:tblPr/>
              <a:tblGrid>
                <a:gridCol w="1430367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69272285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47658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265DBA-C0F1-22DE-EFB5-D8018CBD1517}"/>
              </a:ext>
            </a:extLst>
          </p:cNvPr>
          <p:cNvSpPr/>
          <p:nvPr userDrawn="1"/>
        </p:nvSpPr>
        <p:spPr>
          <a:xfrm>
            <a:off x="4553611" y="769275"/>
            <a:ext cx="68464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176 EN BDE DRILL WEEKEND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0CFA2-D017-B05A-AC2A-7FF5622E8242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8B804-95FC-D4E2-48F5-437DEC921D79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0A9E3-2731-71DB-C4FF-A2C3D48A778F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E3B139-1019-00C3-61FB-27B5AA31D653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A05BA18-A241-F2CC-B1B8-20DAC9868BC4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753622-FC85-ABA8-7F8D-B9A976BC3835}"/>
              </a:ext>
            </a:extLst>
          </p:cNvPr>
          <p:cNvSpPr/>
          <p:nvPr userDrawn="1"/>
        </p:nvSpPr>
        <p:spPr>
          <a:xfrm>
            <a:off x="2118968" y="777477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7BC92E-AC15-B823-9027-9E65A4F5EF35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4855860-FFB0-309E-5827-7E294A73173C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59720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72910922"/>
              </p:ext>
            </p:extLst>
          </p:nvPr>
        </p:nvGraphicFramePr>
        <p:xfrm>
          <a:off x="-8878" y="771495"/>
          <a:ext cx="12200876" cy="5655656"/>
        </p:xfrm>
        <a:graphic>
          <a:graphicData uri="http://schemas.openxmlformats.org/drawingml/2006/table">
            <a:tbl>
              <a:tblPr/>
              <a:tblGrid>
                <a:gridCol w="1471465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71305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3990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023514038"/>
                    </a:ext>
                  </a:extLst>
                </a:gridCol>
                <a:gridCol w="357647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BC746-FBE5-7D5C-B7A2-A45819A104FD}"/>
              </a:ext>
            </a:extLst>
          </p:cNvPr>
          <p:cNvSpPr/>
          <p:nvPr userDrawn="1"/>
        </p:nvSpPr>
        <p:spPr>
          <a:xfrm>
            <a:off x="1836673" y="787547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B8D13-39CF-0058-21E1-763FC20B8E87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A544B-481F-BEFE-55ED-18F7122FAE1E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1D027-95F2-107D-68B0-E3F7D9349637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878AA-35CB-9939-02A7-2E713336CDA1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F917DE9-3B92-3587-E249-6539470A40DC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FD4BC5-4030-AE5E-76D2-A9CBDFD107B4}"/>
              </a:ext>
            </a:extLst>
          </p:cNvPr>
          <p:cNvSpPr/>
          <p:nvPr userDrawn="1"/>
        </p:nvSpPr>
        <p:spPr>
          <a:xfrm>
            <a:off x="3625947" y="760027"/>
            <a:ext cx="68464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A8736A-69B1-9E92-79EE-F820F562CDFB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9F8D21E8-2C79-6CF9-B167-67228B20FCA4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58688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2A86A-DA97-4B78-1D4F-A9EFF761C3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1993326"/>
              </p:ext>
            </p:extLst>
          </p:nvPr>
        </p:nvGraphicFramePr>
        <p:xfrm>
          <a:off x="-8878" y="772660"/>
          <a:ext cx="12200882" cy="5655656"/>
        </p:xfrm>
        <a:graphic>
          <a:graphicData uri="http://schemas.openxmlformats.org/drawingml/2006/table">
            <a:tbl>
              <a:tblPr/>
              <a:tblGrid>
                <a:gridCol w="1429560">
                  <a:extLst>
                    <a:ext uri="{9D8B030D-6E8A-4147-A177-3AD203B41FA5}">
                      <a16:colId xmlns:a16="http://schemas.microsoft.com/office/drawing/2014/main" val="3879007171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262157871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28308878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901381690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14609257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011370875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61498761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047335235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13293795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990494347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78528903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95632693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5818327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98816743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18874560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01913217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72217016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87637533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21479192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158250364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33677165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272174787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9738509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3626112949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005387516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52116473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545749429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98806771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514485112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1169833318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880756141"/>
                    </a:ext>
                  </a:extLst>
                </a:gridCol>
                <a:gridCol w="347462">
                  <a:extLst>
                    <a:ext uri="{9D8B030D-6E8A-4147-A177-3AD203B41FA5}">
                      <a16:colId xmlns:a16="http://schemas.microsoft.com/office/drawing/2014/main" val="4140822546"/>
                    </a:ext>
                  </a:extLst>
                </a:gridCol>
              </a:tblGrid>
              <a:tr h="162546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967799"/>
                  </a:ext>
                </a:extLst>
              </a:tr>
              <a:tr h="1625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6842"/>
                  </a:ext>
                </a:extLst>
              </a:tr>
              <a:tr h="3390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Senior LDR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05170"/>
                  </a:ext>
                </a:extLst>
              </a:tr>
              <a:tr h="23429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Briefings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Boards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Councils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6328"/>
                  </a:ext>
                </a:extLst>
              </a:tr>
              <a:tr h="16486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Cycle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Key Events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52479"/>
                  </a:ext>
                </a:extLst>
              </a:tr>
              <a:tr h="9998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Organizational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Inspections</a:t>
                      </a:r>
                    </a:p>
                  </a:txBody>
                  <a:tcPr marL="9389" marR="9389" marT="9389" marB="0"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389" marR="9389" marT="9389" marB="0" anchor="b">
                    <a:lnL w="12700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17081"/>
                  </a:ext>
                </a:extLst>
              </a:tr>
            </a:tbl>
          </a:graphicData>
        </a:graphic>
      </p:graphicFrame>
      <p:sp>
        <p:nvSpPr>
          <p:cNvPr id="159" name="Rectangle 158">
            <a:extLst>
              <a:ext uri="{FF2B5EF4-FFF2-40B4-BE49-F238E27FC236}">
                <a16:creationId xmlns:a16="http://schemas.microsoft.com/office/drawing/2014/main" id="{C4E503E0-66D2-03BE-1C4A-45690C8EAE71}"/>
              </a:ext>
            </a:extLst>
          </p:cNvPr>
          <p:cNvSpPr/>
          <p:nvPr userDrawn="1"/>
        </p:nvSpPr>
        <p:spPr>
          <a:xfrm>
            <a:off x="-11621" y="6430076"/>
            <a:ext cx="12203622" cy="2405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84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4" name="Footer Placeholder 3">
            <a:extLst>
              <a:ext uri="{FF2B5EF4-FFF2-40B4-BE49-F238E27FC236}">
                <a16:creationId xmlns:a16="http://schemas.microsoft.com/office/drawing/2014/main" id="{1CD41E74-F427-E590-4AC9-6C8029CB9DF7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C840DA44-B02B-4ED0-4911-F659F7B7CC41}"/>
              </a:ext>
            </a:extLst>
          </p:cNvPr>
          <p:cNvSpPr/>
          <p:nvPr/>
        </p:nvSpPr>
        <p:spPr>
          <a:xfrm>
            <a:off x="4145882" y="6406944"/>
            <a:ext cx="1178559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JFHQ</a:t>
            </a:r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18965A7-6D37-E8C9-CB76-582395FE9DF5}"/>
              </a:ext>
            </a:extLst>
          </p:cNvPr>
          <p:cNvSpPr/>
          <p:nvPr/>
        </p:nvSpPr>
        <p:spPr>
          <a:xfrm>
            <a:off x="2688586" y="6398492"/>
            <a:ext cx="1244523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BC Attending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485B529-8874-E534-A988-816D9F48F88E}"/>
              </a:ext>
            </a:extLst>
          </p:cNvPr>
          <p:cNvSpPr/>
          <p:nvPr userDrawn="1"/>
        </p:nvSpPr>
        <p:spPr>
          <a:xfrm>
            <a:off x="5502052" y="6403414"/>
            <a:ext cx="829534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Change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B7E1172-69F2-A614-839B-E235AE452103}"/>
              </a:ext>
            </a:extLst>
          </p:cNvPr>
          <p:cNvSpPr/>
          <p:nvPr userDrawn="1"/>
        </p:nvSpPr>
        <p:spPr>
          <a:xfrm>
            <a:off x="1420146" y="6404872"/>
            <a:ext cx="951415" cy="417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TC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E5AC284-61AF-B87D-B0DD-941B01A029EB}"/>
              </a:ext>
            </a:extLst>
          </p:cNvPr>
          <p:cNvSpPr/>
          <p:nvPr userDrawn="1"/>
        </p:nvSpPr>
        <p:spPr>
          <a:xfrm>
            <a:off x="210797" y="6404787"/>
            <a:ext cx="10788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06"/>
            <a:r>
              <a:rPr lang="en-US" sz="1200" baseline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BDE Event</a:t>
            </a:r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0D344192-6327-CF3F-79A0-E15BF186F621}"/>
              </a:ext>
            </a:extLst>
          </p:cNvPr>
          <p:cNvSpPr/>
          <p:nvPr userDrawn="1"/>
        </p:nvSpPr>
        <p:spPr>
          <a:xfrm>
            <a:off x="88965" y="6475580"/>
            <a:ext cx="172656" cy="140609"/>
          </a:xfrm>
          <a:prstGeom prst="diamond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F43A3E37-F82F-52A7-3563-BD5D91D0C3FE}"/>
              </a:ext>
            </a:extLst>
          </p:cNvPr>
          <p:cNvSpPr/>
          <p:nvPr userDrawn="1"/>
        </p:nvSpPr>
        <p:spPr>
          <a:xfrm>
            <a:off x="1296608" y="6477548"/>
            <a:ext cx="172656" cy="140609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BE0CE12-D324-F8A0-9B5D-7B88D99C95B5}"/>
              </a:ext>
            </a:extLst>
          </p:cNvPr>
          <p:cNvSpPr/>
          <p:nvPr userDrawn="1"/>
        </p:nvSpPr>
        <p:spPr>
          <a:xfrm>
            <a:off x="2555260" y="6468670"/>
            <a:ext cx="172656" cy="140609"/>
          </a:xfrm>
          <a:prstGeom prst="diamond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FF869-EC36-9DF3-D318-29D9808E8EB6}"/>
              </a:ext>
            </a:extLst>
          </p:cNvPr>
          <p:cNvSpPr/>
          <p:nvPr userDrawn="1"/>
        </p:nvSpPr>
        <p:spPr>
          <a:xfrm>
            <a:off x="4011200" y="6481619"/>
            <a:ext cx="172656" cy="140609"/>
          </a:xfrm>
          <a:prstGeom prst="diamond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646A10F8-D55F-F047-4F1D-6756D1B9C29B}"/>
              </a:ext>
            </a:extLst>
          </p:cNvPr>
          <p:cNvSpPr/>
          <p:nvPr userDrawn="1"/>
        </p:nvSpPr>
        <p:spPr>
          <a:xfrm>
            <a:off x="5362297" y="648355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F07EAA-21B9-467B-F008-1C47D3B81639}"/>
              </a:ext>
            </a:extLst>
          </p:cNvPr>
          <p:cNvSpPr/>
          <p:nvPr userDrawn="1"/>
        </p:nvSpPr>
        <p:spPr>
          <a:xfrm>
            <a:off x="3142381" y="770552"/>
            <a:ext cx="740687" cy="5649333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JFHQ / 71</a:t>
            </a:r>
            <a:r>
              <a:rPr lang="en-US" sz="2000" baseline="30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TC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762D8-D7B6-A1F8-6081-A8FD51C6C027}"/>
              </a:ext>
            </a:extLst>
          </p:cNvPr>
          <p:cNvSpPr/>
          <p:nvPr userDrawn="1"/>
        </p:nvSpPr>
        <p:spPr>
          <a:xfrm>
            <a:off x="8025549" y="758986"/>
            <a:ext cx="708958" cy="5649333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HQ 176 </a:t>
            </a:r>
            <a:r>
              <a:rPr lang="en-US" sz="2000" baseline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DRILL WEEKEND</a:t>
            </a:r>
            <a:endParaRPr lang="en-US" sz="20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8AF0E-68B5-C9FE-FC59-B58D82FDA329}"/>
              </a:ext>
            </a:extLst>
          </p:cNvPr>
          <p:cNvSpPr/>
          <p:nvPr userDrawn="1"/>
        </p:nvSpPr>
        <p:spPr>
          <a:xfrm>
            <a:off x="6286460" y="770552"/>
            <a:ext cx="369761" cy="5626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88606-6915-BA72-A6FD-F77A1CC481D3}"/>
              </a:ext>
            </a:extLst>
          </p:cNvPr>
          <p:cNvSpPr/>
          <p:nvPr userDrawn="1"/>
        </p:nvSpPr>
        <p:spPr>
          <a:xfrm>
            <a:off x="6300259" y="781373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Martin Luther King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52FC83-B3FC-F902-6E0B-BF50FBB19F1F}"/>
              </a:ext>
            </a:extLst>
          </p:cNvPr>
          <p:cNvSpPr/>
          <p:nvPr userDrawn="1"/>
        </p:nvSpPr>
        <p:spPr>
          <a:xfrm>
            <a:off x="1432218" y="793682"/>
            <a:ext cx="324405" cy="5626203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Year’s Day</a:t>
            </a:r>
            <a:endParaRPr lang="en-US" sz="225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C25674-1A84-D598-A844-E3986CE5EEC9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5144F-C515-E5CF-58C0-BA19F67542AD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FCEEB6-9909-5277-95A3-92696D2C6A99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3B5ED2-57AA-DD4E-D797-8982931C03F7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6A66617-3658-2D8E-EBEB-2CCF39FE4FDE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8A7428-9B0A-AA77-0849-FB57D213A48B}"/>
              </a:ext>
            </a:extLst>
          </p:cNvPr>
          <p:cNvSpPr/>
          <p:nvPr userDrawn="1"/>
        </p:nvSpPr>
        <p:spPr>
          <a:xfrm>
            <a:off x="6535534" y="6413784"/>
            <a:ext cx="13276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284"/>
            <a:r>
              <a: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Significant Event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33867E6B-E9D2-C82E-93F9-AC1181C7798D}"/>
              </a:ext>
            </a:extLst>
          </p:cNvPr>
          <p:cNvSpPr/>
          <p:nvPr userDrawn="1"/>
        </p:nvSpPr>
        <p:spPr>
          <a:xfrm>
            <a:off x="6395779" y="6493920"/>
            <a:ext cx="172656" cy="140609"/>
          </a:xfrm>
          <a:prstGeom prst="diamond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3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>
              <a:solidFill>
                <a:prstClr val="white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844100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_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248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os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E47CFD-0978-2914-C1D7-0B64F7867912}"/>
              </a:ext>
            </a:extLst>
          </p:cNvPr>
          <p:cNvSpPr txBox="1"/>
          <p:nvPr userDrawn="1"/>
        </p:nvSpPr>
        <p:spPr>
          <a:xfrm>
            <a:off x="4426664" y="6429080"/>
            <a:ext cx="3338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“We Thrive in </a:t>
            </a:r>
            <a:r>
              <a:rPr lang="en-US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CHAOS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and Seize Opportunity!”</a:t>
            </a:r>
          </a:p>
        </p:txBody>
      </p:sp>
    </p:spTree>
    <p:extLst>
      <p:ext uri="{BB962C8B-B14F-4D97-AF65-F5344CB8AC3E}">
        <p14:creationId xmlns:p14="http://schemas.microsoft.com/office/powerpoint/2010/main" val="343468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t_BN_BDE_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F6C604-55B3-0760-3560-D62484765F88}"/>
              </a:ext>
            </a:extLst>
          </p:cNvPr>
          <p:cNvSpPr txBox="1"/>
          <p:nvPr userDrawn="1"/>
        </p:nvSpPr>
        <p:spPr>
          <a:xfrm>
            <a:off x="94977" y="5450990"/>
            <a:ext cx="333057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/>
            <a:endParaRPr lang="en-US" b="1">
              <a:latin typeface=" Arial"/>
              <a:cs typeface="Arial"/>
            </a:endParaRPr>
          </a:p>
          <a:p>
            <a:pPr fontAlgn="base"/>
            <a:r>
              <a:rPr lang="en-US" b="1">
                <a:latin typeface=" Arial"/>
                <a:cs typeface="Arial"/>
              </a:rPr>
              <a:t>176 TEAMS Meeting Channel</a:t>
            </a:r>
            <a:endParaRPr lang="en-US"/>
          </a:p>
          <a:p>
            <a:pPr fontAlgn="base"/>
            <a:r>
              <a:rPr lang="en-US" b="1">
                <a:latin typeface=" Arial"/>
                <a:cs typeface="Arial"/>
              </a:rPr>
              <a:t>Call In: 571-616-7941</a:t>
            </a:r>
            <a:endParaRPr lang="en-US" b="1">
              <a:solidFill>
                <a:srgbClr val="000000"/>
              </a:solidFill>
              <a:latin typeface=" Arial"/>
              <a:cs typeface="Arial"/>
            </a:endParaRPr>
          </a:p>
          <a:p>
            <a:pPr fontAlgn="base"/>
            <a:r>
              <a:rPr lang="en-US" b="1">
                <a:solidFill>
                  <a:srgbClr val="000000"/>
                </a:solidFill>
                <a:latin typeface=" Arial"/>
                <a:cs typeface="Arial"/>
              </a:rPr>
              <a:t>Conference ID: 990 155 5#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30319E-40FF-F3ED-0E45-2FCFE687D1CC}"/>
              </a:ext>
            </a:extLst>
          </p:cNvPr>
          <p:cNvGrpSpPr/>
          <p:nvPr userDrawn="1"/>
        </p:nvGrpSpPr>
        <p:grpSpPr>
          <a:xfrm>
            <a:off x="94977" y="554134"/>
            <a:ext cx="6244983" cy="5339875"/>
            <a:chOff x="-53962" y="591841"/>
            <a:chExt cx="6244983" cy="5339875"/>
          </a:xfrm>
        </p:grpSpPr>
        <p:pic>
          <p:nvPicPr>
            <p:cNvPr id="4" name="Picture 3" descr="442.jpg">
              <a:extLst>
                <a:ext uri="{FF2B5EF4-FFF2-40B4-BE49-F238E27FC236}">
                  <a16:creationId xmlns:a16="http://schemas.microsoft.com/office/drawing/2014/main" id="{9BCCCEB0-2EE5-8689-A53A-83623162E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0204" y="2870935"/>
              <a:ext cx="948525" cy="772584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3DC1AF-DE1B-1808-D29F-727E960DBE8A}"/>
                </a:ext>
                <a:ext uri="{147F2762-F138-4A5C-976F-8EAC2B608ADB}">
                  <a16:predDERef xmlns:a16="http://schemas.microsoft.com/office/drawing/2014/main" pred="{00000000-0008-0000-0000-00000B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79123" y="591841"/>
              <a:ext cx="1095375" cy="847725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C63AF1-2E8E-270A-7F55-57BD75FB1580}"/>
                </a:ext>
                <a:ext uri="{147F2762-F138-4A5C-976F-8EAC2B608ADB}">
                  <a16:predDERef xmlns:a16="http://schemas.microsoft.com/office/drawing/2014/main" pred="{00000000-0008-0000-0000-000014000000}"/>
                </a:ext>
              </a:extLst>
            </p:cNvPr>
            <p:cNvGrpSpPr/>
            <p:nvPr/>
          </p:nvGrpSpPr>
          <p:grpSpPr>
            <a:xfrm>
              <a:off x="-53962" y="2690540"/>
              <a:ext cx="1452425" cy="1055595"/>
              <a:chOff x="0" y="0"/>
              <a:chExt cx="8048919" cy="5172765"/>
            </a:xfr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054B8B58-DB00-3D5C-70FB-A0F97077A5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597" y="0"/>
                <a:ext cx="6785528" cy="5089147"/>
              </a:xfrm>
              <a:prstGeom prst="rect">
                <a:avLst/>
              </a:prstGeom>
            </p:spPr>
          </p:pic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F5350170-2F05-78D8-A602-A2C294B3B6E0}"/>
                  </a:ext>
                </a:extLst>
              </p:cNvPr>
              <p:cNvSpPr txBox="1"/>
              <p:nvPr/>
            </p:nvSpPr>
            <p:spPr>
              <a:xfrm>
                <a:off x="0" y="136405"/>
                <a:ext cx="8048919" cy="646331"/>
              </a:xfrm>
              <a:prstGeom prst="rect">
                <a:avLst/>
              </a:prstGeom>
              <a:noFill/>
              <a:ln>
                <a:solidFill>
                  <a:srgbClr val="0070BF">
                    <a:alpha val="0"/>
                  </a:srgbClr>
                </a:solidFill>
              </a:ln>
            </p:spPr>
            <p:txBody>
              <a:bodyPr wrap="square" rtlCol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600" b="1">
                    <a:latin typeface="Baskerville Old Face" panose="02020602080505020303" pitchFamily="18" charset="0"/>
                  </a:rPr>
                  <a:t>HHC 111</a:t>
                </a:r>
                <a:r>
                  <a:rPr lang="en-US" sz="600" b="1" baseline="30000">
                    <a:latin typeface="Baskerville Old Face" panose="02020602080505020303" pitchFamily="18" charset="0"/>
                  </a:rPr>
                  <a:t>TH</a:t>
                </a:r>
                <a:r>
                  <a:rPr lang="en-US" sz="600" b="1">
                    <a:latin typeface="Baskerville Old Face" panose="02020602080505020303" pitchFamily="18" charset="0"/>
                  </a:rPr>
                  <a:t> ENGINEER BATTALION</a:t>
                </a:r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5BDC070D-C4A1-1EFB-D568-0A72B86E76D3}"/>
                  </a:ext>
                </a:extLst>
              </p:cNvPr>
              <p:cNvSpPr txBox="1"/>
              <p:nvPr/>
            </p:nvSpPr>
            <p:spPr>
              <a:xfrm>
                <a:off x="857054" y="4464879"/>
                <a:ext cx="6334813" cy="707886"/>
              </a:xfrm>
              <a:prstGeom prst="rect">
                <a:avLst/>
              </a:prstGeom>
              <a:noFill/>
              <a:ln>
                <a:solidFill>
                  <a:srgbClr val="0070BF">
                    <a:alpha val="0"/>
                  </a:srgbClr>
                </a:solidFill>
              </a:ln>
            </p:spPr>
            <p:txBody>
              <a:bodyPr wrap="square" rtlCol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600" b="1">
                    <a:latin typeface="Baskerville Old Face" panose="02020602080505020303" pitchFamily="18" charset="0"/>
                  </a:rPr>
                  <a:t>HELLCATS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75398C-3026-AF5D-BC13-4E2B4CD8236C}"/>
                </a:ext>
                <a:ext uri="{147F2762-F138-4A5C-976F-8EAC2B608ADB}">
                  <a16:predDERef xmlns:a16="http://schemas.microsoft.com/office/drawing/2014/main" pred="{00000000-0008-0000-0000-00001300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99" t="36000" r="40625" b="20000"/>
            <a:stretch>
              <a:fillRect/>
            </a:stretch>
          </p:blipFill>
          <p:spPr bwMode="auto">
            <a:xfrm>
              <a:off x="807378" y="3736872"/>
              <a:ext cx="1200150" cy="790575"/>
            </a:xfrm>
            <a:prstGeom prst="rect">
              <a:avLst/>
            </a:prstGeom>
            <a:noFill/>
            <a:ln>
              <a:noFill/>
            </a:ln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245B5A56-E465-4AFD-6CC7-3B796A585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5552" y="5261353"/>
              <a:ext cx="1402879" cy="670363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48B64118-DB9C-222F-D181-FD0046403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568" y="1439566"/>
              <a:ext cx="2904514" cy="2335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D133889-F96F-39B9-559E-6747335B2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7083" y="2841265"/>
              <a:ext cx="2300572" cy="2399449"/>
            </a:xfrm>
            <a:prstGeom prst="rect">
              <a:avLst/>
            </a:prstGeom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D444F1C0-BDDB-6194-89D9-E16508F58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2476" y="3745886"/>
              <a:ext cx="1058545" cy="1055596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27FA61B4-E9A7-785A-FECE-53E59A6085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977" y="4833513"/>
              <a:ext cx="635356" cy="855680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215EF65-1907-F9BF-8CFC-F10D1CFB58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951" t="6930" r="6543" b="11267"/>
            <a:stretch/>
          </p:blipFill>
          <p:spPr>
            <a:xfrm>
              <a:off x="3315032" y="1117449"/>
              <a:ext cx="1202969" cy="719708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9152140-EB6E-E191-CBF6-BC382D7E7A78}"/>
                </a:ext>
                <a:ext uri="{147F2762-F138-4A5C-976F-8EAC2B608ADB}">
                  <a16:predDERef xmlns:a16="http://schemas.microsoft.com/office/drawing/2014/main" pred="{00000000-0008-0000-0000-00000F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9615" y="850530"/>
              <a:ext cx="847725" cy="847725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BBF446B6-CA22-637E-2E29-4DA09A2D90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4413" y="2074342"/>
              <a:ext cx="829856" cy="1074525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E2D68A8-963B-FFDB-7FF6-325D4B3AD76D}"/>
                </a:ext>
                <a:ext uri="{147F2762-F138-4A5C-976F-8EAC2B608ADB}">
                  <a16:predDERef xmlns:a16="http://schemas.microsoft.com/office/drawing/2014/main" pred="{00000000-0008-0000-0000-000010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69" y="1644480"/>
              <a:ext cx="1185047" cy="886431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19" name="Picture 18" descr="A picture containing text, plant&#10;&#10;Description automatically generated">
              <a:extLst>
                <a:ext uri="{FF2B5EF4-FFF2-40B4-BE49-F238E27FC236}">
                  <a16:creationId xmlns:a16="http://schemas.microsoft.com/office/drawing/2014/main" id="{396AB7D3-DA54-7B12-7570-BA94AD8A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67305" y="1897120"/>
              <a:ext cx="907700" cy="782081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F4002F9-47AF-689B-18A8-53C766C79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5164" y="4820720"/>
              <a:ext cx="1011931" cy="775814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1110A0F-3A7A-DEDB-97EF-82500B403A55}"/>
                </a:ext>
                <a:ext uri="{147F2762-F138-4A5C-976F-8EAC2B608ADB}">
                  <a16:predDERef xmlns:a16="http://schemas.microsoft.com/office/drawing/2014/main" pred="{00000000-0008-0000-0000-00000E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1831" y="3867657"/>
              <a:ext cx="907700" cy="669236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3036632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G_Updated_Follow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0E569C-E0D5-3448-F96C-DE317EDEBC5D}"/>
              </a:ext>
            </a:extLst>
          </p:cNvPr>
          <p:cNvSpPr/>
          <p:nvPr userDrawn="1"/>
        </p:nvSpPr>
        <p:spPr>
          <a:xfrm>
            <a:off x="0" y="6679139"/>
            <a:ext cx="12198880" cy="21683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C32954-56BE-3816-CFF4-F117028BB167}"/>
              </a:ext>
            </a:extLst>
          </p:cNvPr>
          <p:cNvSpPr txBox="1"/>
          <p:nvPr userDrawn="1"/>
        </p:nvSpPr>
        <p:spPr>
          <a:xfrm>
            <a:off x="1844255" y="6651139"/>
            <a:ext cx="2253902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By: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C1B835-0C6D-04FE-E19C-71D2D8D2AD59}"/>
              </a:ext>
            </a:extLst>
          </p:cNvPr>
          <p:cNvSpPr txBox="1"/>
          <p:nvPr userDrawn="1"/>
        </p:nvSpPr>
        <p:spPr>
          <a:xfrm>
            <a:off x="9427" y="6633124"/>
            <a:ext cx="1497927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DTG: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F8CC9-211D-8586-EC55-BD8D6E08C421}"/>
              </a:ext>
            </a:extLst>
          </p:cNvPr>
          <p:cNvSpPr txBox="1"/>
          <p:nvPr userDrawn="1"/>
        </p:nvSpPr>
        <p:spPr>
          <a:xfrm>
            <a:off x="8567920" y="6640510"/>
            <a:ext cx="2506776" cy="2743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/>
            <a:r>
              <a:rPr lang="en-US" sz="1200" b="1" cap="all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By: 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05F2A85-BC19-14FE-F5AA-A5E52677ECB0}"/>
              </a:ext>
            </a:extLst>
          </p:cNvPr>
          <p:cNvSpPr txBox="1">
            <a:spLocks/>
          </p:cNvSpPr>
          <p:nvPr userDrawn="1"/>
        </p:nvSpPr>
        <p:spPr>
          <a:xfrm>
            <a:off x="5273040" y="6724751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</p:spTree>
    <p:extLst>
      <p:ext uri="{BB962C8B-B14F-4D97-AF65-F5344CB8AC3E}">
        <p14:creationId xmlns:p14="http://schemas.microsoft.com/office/powerpoint/2010/main" val="224397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_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6B83793-9A15-C4EF-CE69-97B62F7F1D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1290637"/>
            <a:ext cx="3295650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9673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_Quad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E4A176-ED50-A4B3-C8C7-0DDF96BAC83B}"/>
              </a:ext>
            </a:extLst>
          </p:cNvPr>
          <p:cNvCxnSpPr>
            <a:cxnSpLocks/>
          </p:cNvCxnSpPr>
          <p:nvPr userDrawn="1"/>
        </p:nvCxnSpPr>
        <p:spPr>
          <a:xfrm>
            <a:off x="0" y="3595533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058EED-DEF9-2FC8-72A9-F80278C92591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594549"/>
            <a:ext cx="0" cy="59741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2635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DC51-E375-48AA-A99F-0FA2FA172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75651-0D39-3C72-F4E2-EEE2D020E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822E4-D1BB-D904-7C52-9B95AFDF7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63CCF-6D3C-4EE8-8A82-9C71A0E91673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15142-2F0F-4AE9-C173-3A956B480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CE04E-AAA0-5856-1E97-62F17DE4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21DBA-431B-476F-A947-614EA0654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46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nit_BN_BDE_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E30319E-40FF-F3ED-0E45-2FCFE687D1CC}"/>
              </a:ext>
            </a:extLst>
          </p:cNvPr>
          <p:cNvGrpSpPr/>
          <p:nvPr userDrawn="1"/>
        </p:nvGrpSpPr>
        <p:grpSpPr>
          <a:xfrm>
            <a:off x="94977" y="554134"/>
            <a:ext cx="6244983" cy="5339875"/>
            <a:chOff x="-53962" y="591841"/>
            <a:chExt cx="6244983" cy="5339875"/>
          </a:xfrm>
        </p:grpSpPr>
        <p:pic>
          <p:nvPicPr>
            <p:cNvPr id="4" name="Picture 3" descr="442.jpg">
              <a:extLst>
                <a:ext uri="{FF2B5EF4-FFF2-40B4-BE49-F238E27FC236}">
                  <a16:creationId xmlns:a16="http://schemas.microsoft.com/office/drawing/2014/main" id="{9BCCCEB0-2EE5-8689-A53A-83623162E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70204" y="2870935"/>
              <a:ext cx="948525" cy="772584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3DC1AF-DE1B-1808-D29F-727E960DBE8A}"/>
                </a:ext>
                <a:ext uri="{147F2762-F138-4A5C-976F-8EAC2B608ADB}">
                  <a16:predDERef xmlns:a16="http://schemas.microsoft.com/office/drawing/2014/main" pred="{00000000-0008-0000-0000-00000B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79123" y="591841"/>
              <a:ext cx="1095375" cy="847725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C63AF1-2E8E-270A-7F55-57BD75FB1580}"/>
                </a:ext>
                <a:ext uri="{147F2762-F138-4A5C-976F-8EAC2B608ADB}">
                  <a16:predDERef xmlns:a16="http://schemas.microsoft.com/office/drawing/2014/main" pred="{00000000-0008-0000-0000-000014000000}"/>
                </a:ext>
              </a:extLst>
            </p:cNvPr>
            <p:cNvGrpSpPr/>
            <p:nvPr/>
          </p:nvGrpSpPr>
          <p:grpSpPr>
            <a:xfrm>
              <a:off x="-53962" y="2690540"/>
              <a:ext cx="1452425" cy="1055595"/>
              <a:chOff x="0" y="0"/>
              <a:chExt cx="8048919" cy="5172765"/>
            </a:xfr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054B8B58-DB00-3D5C-70FB-A0F97077A5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8597" y="0"/>
                <a:ext cx="6785528" cy="5089147"/>
              </a:xfrm>
              <a:prstGeom prst="rect">
                <a:avLst/>
              </a:prstGeom>
            </p:spPr>
          </p:pic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F5350170-2F05-78D8-A602-A2C294B3B6E0}"/>
                  </a:ext>
                </a:extLst>
              </p:cNvPr>
              <p:cNvSpPr txBox="1"/>
              <p:nvPr/>
            </p:nvSpPr>
            <p:spPr>
              <a:xfrm>
                <a:off x="0" y="136405"/>
                <a:ext cx="8048919" cy="646331"/>
              </a:xfrm>
              <a:prstGeom prst="rect">
                <a:avLst/>
              </a:prstGeom>
              <a:noFill/>
              <a:ln>
                <a:solidFill>
                  <a:srgbClr val="0070BF">
                    <a:alpha val="0"/>
                  </a:srgbClr>
                </a:solidFill>
              </a:ln>
            </p:spPr>
            <p:txBody>
              <a:bodyPr wrap="square" rtlCol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600" b="1">
                    <a:latin typeface="Baskerville Old Face" panose="02020602080505020303" pitchFamily="18" charset="0"/>
                  </a:rPr>
                  <a:t>HHC 111</a:t>
                </a:r>
                <a:r>
                  <a:rPr lang="en-US" sz="600" b="1" baseline="30000">
                    <a:latin typeface="Baskerville Old Face" panose="02020602080505020303" pitchFamily="18" charset="0"/>
                  </a:rPr>
                  <a:t>TH</a:t>
                </a:r>
                <a:r>
                  <a:rPr lang="en-US" sz="600" b="1">
                    <a:latin typeface="Baskerville Old Face" panose="02020602080505020303" pitchFamily="18" charset="0"/>
                  </a:rPr>
                  <a:t> ENGINEER BATTALION</a:t>
                </a:r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5BDC070D-C4A1-1EFB-D568-0A72B86E76D3}"/>
                  </a:ext>
                </a:extLst>
              </p:cNvPr>
              <p:cNvSpPr txBox="1"/>
              <p:nvPr/>
            </p:nvSpPr>
            <p:spPr>
              <a:xfrm>
                <a:off x="857054" y="4464879"/>
                <a:ext cx="6334813" cy="707886"/>
              </a:xfrm>
              <a:prstGeom prst="rect">
                <a:avLst/>
              </a:prstGeom>
              <a:noFill/>
              <a:ln>
                <a:solidFill>
                  <a:srgbClr val="0070BF">
                    <a:alpha val="0"/>
                  </a:srgbClr>
                </a:solidFill>
              </a:ln>
            </p:spPr>
            <p:txBody>
              <a:bodyPr wrap="square" rtlCol="0">
                <a:no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600" b="1">
                    <a:latin typeface="Baskerville Old Face" panose="02020602080505020303" pitchFamily="18" charset="0"/>
                  </a:rPr>
                  <a:t>HELLCATS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75398C-3026-AF5D-BC13-4E2B4CD8236C}"/>
                </a:ext>
                <a:ext uri="{147F2762-F138-4A5C-976F-8EAC2B608ADB}">
                  <a16:predDERef xmlns:a16="http://schemas.microsoft.com/office/drawing/2014/main" pred="{00000000-0008-0000-0000-00001300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499" t="36000" r="40625" b="20000"/>
            <a:stretch>
              <a:fillRect/>
            </a:stretch>
          </p:blipFill>
          <p:spPr bwMode="auto">
            <a:xfrm>
              <a:off x="807378" y="3736872"/>
              <a:ext cx="1200150" cy="790575"/>
            </a:xfrm>
            <a:prstGeom prst="rect">
              <a:avLst/>
            </a:prstGeom>
            <a:noFill/>
            <a:ln>
              <a:noFill/>
            </a:ln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245B5A56-E465-4AFD-6CC7-3B796A585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5552" y="5261353"/>
              <a:ext cx="1402879" cy="670363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48B64118-DB9C-222F-D181-FD0046403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568" y="1439566"/>
              <a:ext cx="2904514" cy="23350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D133889-F96F-39B9-559E-6747335B2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7083" y="2841265"/>
              <a:ext cx="2300572" cy="2399449"/>
            </a:xfrm>
            <a:prstGeom prst="rect">
              <a:avLst/>
            </a:prstGeom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D444F1C0-BDDB-6194-89D9-E16508F58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2476" y="3745886"/>
              <a:ext cx="1058545" cy="1055596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27FA61B4-E9A7-785A-FECE-53E59A6085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977" y="4833513"/>
              <a:ext cx="635356" cy="855680"/>
            </a:xfrm>
            <a:prstGeom prst="rect">
              <a:avLst/>
            </a:prstGeom>
            <a:noFill/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215EF65-1907-F9BF-8CFC-F10D1CFB58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951" t="6930" r="6543" b="11267"/>
            <a:stretch/>
          </p:blipFill>
          <p:spPr>
            <a:xfrm>
              <a:off x="3315032" y="1117449"/>
              <a:ext cx="1202969" cy="719708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9152140-EB6E-E191-CBF6-BC382D7E7A78}"/>
                </a:ext>
                <a:ext uri="{147F2762-F138-4A5C-976F-8EAC2B608ADB}">
                  <a16:predDERef xmlns:a16="http://schemas.microsoft.com/office/drawing/2014/main" pred="{00000000-0008-0000-0000-00000F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9615" y="850530"/>
              <a:ext cx="847725" cy="847725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E2D68A8-963B-FFDB-7FF6-325D4B3AD76D}"/>
                </a:ext>
                <a:ext uri="{147F2762-F138-4A5C-976F-8EAC2B608ADB}">
                  <a16:predDERef xmlns:a16="http://schemas.microsoft.com/office/drawing/2014/main" pred="{00000000-0008-0000-0000-000010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69" y="1644480"/>
              <a:ext cx="1185047" cy="886431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19" name="Picture 18" descr="A picture containing text, plant&#10;&#10;Description automatically generated">
              <a:extLst>
                <a:ext uri="{FF2B5EF4-FFF2-40B4-BE49-F238E27FC236}">
                  <a16:creationId xmlns:a16="http://schemas.microsoft.com/office/drawing/2014/main" id="{396AB7D3-DA54-7B12-7570-BA94AD8A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67305" y="1897120"/>
              <a:ext cx="907700" cy="782081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F4002F9-47AF-689B-18A8-53C766C79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5164" y="4820720"/>
              <a:ext cx="1011931" cy="775814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1110A0F-3A7A-DEDB-97EF-82500B403A55}"/>
                </a:ext>
                <a:ext uri="{147F2762-F138-4A5C-976F-8EAC2B608ADB}">
                  <a16:predDERef xmlns:a16="http://schemas.microsoft.com/office/drawing/2014/main" pred="{00000000-0008-0000-0000-00000E000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1831" y="3867657"/>
              <a:ext cx="907700" cy="669236"/>
            </a:xfrm>
            <a:prstGeom prst="rect">
              <a:avLst/>
            </a:prstGeom>
            <a:effectLst>
              <a:outerShdw blurRad="76200" dist="12700" dir="2700000" sy="-23000" kx="-800400" algn="bl" rotWithShape="0">
                <a:prstClr val="black">
                  <a:alpha val="20000"/>
                </a:prstClr>
              </a:outerShdw>
            </a:effectLst>
          </p:spPr>
        </p:pic>
      </p:grpSp>
      <p:pic>
        <p:nvPicPr>
          <p:cNvPr id="2" name="Picture 1" descr="A picture containing night, dark&#10;&#10;AI-generated content may be incorrect.">
            <a:extLst>
              <a:ext uri="{FF2B5EF4-FFF2-40B4-BE49-F238E27FC236}">
                <a16:creationId xmlns:a16="http://schemas.microsoft.com/office/drawing/2014/main" id="{F516A772-CC48-670D-AC41-1A95D7166DD5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808" y="1965405"/>
            <a:ext cx="1055597" cy="1055597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70074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5CB5AA-B571-BE01-73CC-B9FD3894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C581-AC23-42EC-B80C-02C462EBF3C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53DBE-D39B-7A1E-5B1E-E386F8003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7ACC9-BF6D-7B26-73AA-B0C68FC2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F91B7-20AF-4925-BEA6-67875B140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6">
            <a:extLst>
              <a:ext uri="{FF2B5EF4-FFF2-40B4-BE49-F238E27FC236}">
                <a16:creationId xmlns:a16="http://schemas.microsoft.com/office/drawing/2014/main" id="{C67C387A-AB16-8947-C6E3-E56B2E847155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-1592" y="-7486"/>
            <a:ext cx="12183590" cy="147451"/>
            <a:chOff x="0" y="6749227"/>
            <a:chExt cx="9144001" cy="10877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599C5A7-7C1B-2106-204F-EB0D7E3A5820}"/>
                </a:ext>
              </a:extLst>
            </p:cNvPr>
            <p:cNvSpPr/>
            <p:nvPr/>
          </p:nvSpPr>
          <p:spPr>
            <a:xfrm>
              <a:off x="1" y="6749227"/>
              <a:ext cx="9144000" cy="2639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53B6BCD-EE62-C988-D902-5A6535DFF041}"/>
                </a:ext>
              </a:extLst>
            </p:cNvPr>
            <p:cNvSpPr/>
            <p:nvPr/>
          </p:nvSpPr>
          <p:spPr>
            <a:xfrm>
              <a:off x="0" y="6831603"/>
              <a:ext cx="9144000" cy="2639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3D2D6-A7FD-8CC9-96CA-68ED3B7C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55D2E-A2CE-4E74-57F3-43FB5F81E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4E03C-0FE6-6597-60FC-E40ADD248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C12D9-23E4-4479-AEF9-55B3C9AE4805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7D177-6E9C-83FF-E455-F4B0337E3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882AD-70C5-C829-ADC0-24BF8C78F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7A9ED-42BA-4810-91C6-BF1881A9C8D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665B9671-2962-0B55-8EA4-78081676DB4B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-1591" y="6713026"/>
            <a:ext cx="12183590" cy="147451"/>
            <a:chOff x="0" y="6749227"/>
            <a:chExt cx="9144001" cy="10877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077E11-2CC0-090F-A072-9B859354D7C7}"/>
                </a:ext>
              </a:extLst>
            </p:cNvPr>
            <p:cNvSpPr/>
            <p:nvPr/>
          </p:nvSpPr>
          <p:spPr>
            <a:xfrm>
              <a:off x="1" y="6749227"/>
              <a:ext cx="9144000" cy="2639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6403CF-6662-6B1B-36C8-69D7336E3149}"/>
                </a:ext>
              </a:extLst>
            </p:cNvPr>
            <p:cNvSpPr/>
            <p:nvPr/>
          </p:nvSpPr>
          <p:spPr>
            <a:xfrm>
              <a:off x="0" y="6831603"/>
              <a:ext cx="9144000" cy="2639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0BD2AB9-FC89-D01E-D3A5-E2B1B2797353}"/>
              </a:ext>
            </a:extLst>
          </p:cNvPr>
          <p:cNvSpPr txBox="1">
            <a:spLocks/>
          </p:cNvSpPr>
          <p:nvPr userDrawn="1"/>
        </p:nvSpPr>
        <p:spPr>
          <a:xfrm>
            <a:off x="5289645" y="6713008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E1090705-D548-1A5A-DE2C-A7AB6361437E}"/>
              </a:ext>
            </a:extLst>
          </p:cNvPr>
          <p:cNvSpPr txBox="1">
            <a:spLocks/>
          </p:cNvSpPr>
          <p:nvPr userDrawn="1"/>
        </p:nvSpPr>
        <p:spPr>
          <a:xfrm>
            <a:off x="5289645" y="990"/>
            <a:ext cx="1645920" cy="147446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lIns="57876" tIns="28937" rIns="57876" bIns="28937" anchor="ctr"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pPr algn="ctr" defTabSz="578758">
              <a:defRPr/>
            </a:pPr>
            <a:r>
              <a:rPr lang="en-US" sz="1100" b="1">
                <a:solidFill>
                  <a:prstClr val="white"/>
                </a:solidFill>
                <a:latin typeface="+mj-lt"/>
                <a:cs typeface="Arial" panose="020B0604020202020204" pitchFamily="34" charset="0"/>
              </a:rPr>
              <a:t>CUI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7A9E39A-439A-1253-665B-85B9C29B7E73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6311" y="188607"/>
            <a:ext cx="527847" cy="5857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5990BE-DA9B-3466-1367-A5B2F8A2F5F3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5" y="165377"/>
            <a:ext cx="678678" cy="68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14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762" r:id="rId31"/>
    <p:sldLayoutId id="2147483679" r:id="rId32"/>
    <p:sldLayoutId id="2147483763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6305384" y="622039"/>
            <a:ext cx="5886616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latin typeface="Arial"/>
                <a:cs typeface="Arial"/>
              </a:rPr>
              <a:t>176</a:t>
            </a:r>
            <a:r>
              <a:rPr lang="en-US" sz="3600" b="1" baseline="30000">
                <a:latin typeface="Arial"/>
                <a:cs typeface="Arial"/>
              </a:rPr>
              <a:t>TH</a:t>
            </a:r>
            <a:r>
              <a:rPr lang="en-US" sz="3600" b="1">
                <a:latin typeface="Arial"/>
                <a:cs typeface="Arial"/>
              </a:rPr>
              <a:t> EN BDE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>
              <a:defRPr/>
            </a:pPr>
            <a:endParaRPr lang="en-US" sz="4000" b="1">
              <a:latin typeface="Arial"/>
              <a:cs typeface="Arial"/>
            </a:endParaRPr>
          </a:p>
          <a:p>
            <a:pPr algn="ctr">
              <a:defRPr/>
            </a:pPr>
            <a:r>
              <a:rPr lang="en-US" sz="4000" b="1" u="sng">
                <a:latin typeface="Arial"/>
                <a:cs typeface="Arial"/>
              </a:rPr>
              <a:t>Sustainment Sync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b="1"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b="1">
              <a:latin typeface="Arial"/>
              <a:cs typeface="Arial"/>
            </a:endParaRPr>
          </a:p>
          <a:p>
            <a:pPr algn="ctr">
              <a:defRPr/>
            </a:pPr>
            <a:r>
              <a:rPr lang="en-US" sz="2400" b="1">
                <a:latin typeface="Arial"/>
                <a:cs typeface="Arial"/>
              </a:rPr>
              <a:t>07 JUNE 2026</a:t>
            </a:r>
            <a:endParaRPr lang="en-US" sz="2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C92F17-2FDB-D9C4-B480-4DE5D728B528}"/>
              </a:ext>
            </a:extLst>
          </p:cNvPr>
          <p:cNvSpPr txBox="1"/>
          <p:nvPr/>
        </p:nvSpPr>
        <p:spPr>
          <a:xfrm>
            <a:off x="8544025" y="6198087"/>
            <a:ext cx="3647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400" b="1"/>
              <a:t>Audio Bridge:  (571) 616-7941</a:t>
            </a:r>
            <a:r>
              <a:rPr lang="en-US" sz="1400"/>
              <a:t>​</a:t>
            </a:r>
          </a:p>
          <a:p>
            <a:pPr fontAlgn="base"/>
            <a:r>
              <a:rPr lang="en-US" sz="1400" b="1"/>
              <a:t>Conference Entry Password:  990 155 5#</a:t>
            </a:r>
            <a:r>
              <a:rPr lang="en-US" sz="140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729864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0209A731-1C55-F915-5C5E-4B81D25FA287}"/>
              </a:ext>
            </a:extLst>
          </p:cNvPr>
          <p:cNvSpPr txBox="1">
            <a:spLocks/>
          </p:cNvSpPr>
          <p:nvPr/>
        </p:nvSpPr>
        <p:spPr>
          <a:xfrm>
            <a:off x="853355" y="142284"/>
            <a:ext cx="10485290" cy="48328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 Arial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j-ea"/>
                <a:cs typeface="Arial"/>
              </a:rPr>
              <a:t>Questions – </a:t>
            </a:r>
            <a:r>
              <a:rPr lang="en-US">
                <a:solidFill>
                  <a:prstClr val="black"/>
                </a:solidFill>
                <a:latin typeface="Arial"/>
                <a:cs typeface="Arial"/>
              </a:rPr>
              <a:t>Discussion 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j-ea"/>
                <a:cs typeface="Arial"/>
              </a:rPr>
              <a:t>– Guidance 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250123"/>
      </p:ext>
    </p:extLst>
  </p:cSld>
  <p:clrMapOvr>
    <a:masterClrMapping/>
  </p:clrMapOvr>
</p:sld>
</file>

<file path=ppt/theme/theme1.xml><?xml version="1.0" encoding="utf-8"?>
<a:theme xmlns:a="http://schemas.openxmlformats.org/drawingml/2006/main" name="176_EN_BDE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01bc1090-7b5c-4fcf-a3b0-878f5576a26d" xsi:nil="true"/>
    <lcf76f155ced4ddcb4097134ff3c332f xmlns="ecbc945c-418a-4868-9e08-298a4a2f7d3c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58EDA3C17899438CD4B7CEFCCA216B" ma:contentTypeVersion="40" ma:contentTypeDescription="Create a new document." ma:contentTypeScope="" ma:versionID="efee338884ed93aec70cbacf272850f8">
  <xsd:schema xmlns:xsd="http://www.w3.org/2001/XMLSchema" xmlns:xs="http://www.w3.org/2001/XMLSchema" xmlns:p="http://schemas.microsoft.com/office/2006/metadata/properties" xmlns:ns1="http://schemas.microsoft.com/sharepoint/v3" xmlns:ns2="ecbc945c-418a-4868-9e08-298a4a2f7d3c" xmlns:ns3="01bc1090-7b5c-4fcf-a3b0-878f5576a26d" targetNamespace="http://schemas.microsoft.com/office/2006/metadata/properties" ma:root="true" ma:fieldsID="ecf0b175f9e04e254d4b472e34ce70a4" ns1:_="" ns2:_="" ns3:_="">
    <xsd:import namespace="http://schemas.microsoft.com/sharepoint/v3"/>
    <xsd:import namespace="ecbc945c-418a-4868-9e08-298a4a2f7d3c"/>
    <xsd:import namespace="01bc1090-7b5c-4fcf-a3b0-878f5576a2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c945c-418a-4868-9e08-298a4a2f7d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9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0" nillable="true" ma:displayName="Tags" ma:hidden="true" ma:internalName="MediaServiceAutoTags" ma:readOnly="true">
      <xsd:simpleType>
        <xsd:restriction base="dms:Text"/>
      </xsd:simpleType>
    </xsd:element>
    <xsd:element name="MediaServiceOCR" ma:index="11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hidden="true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bc1090-7b5c-4fcf-a3b0-878f5576a26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4d8203b2-618a-4c1d-b66b-10ddffd78170}" ma:internalName="TaxCatchAll" ma:readOnly="false" ma:showField="CatchAllData" ma:web="01bc1090-7b5c-4fcf-a3b0-878f5576a2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D98581-8B4B-48E6-9059-AEDBA512CF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22D1FE-B577-4509-AA0C-61181C3FDDDE}">
  <ds:schemaRefs>
    <ds:schemaRef ds:uri="http://schemas.microsoft.com/sharepoint/v3"/>
    <ds:schemaRef ds:uri="http://purl.org/dc/terms/"/>
    <ds:schemaRef ds:uri="http://schemas.microsoft.com/office/2006/documentManagement/types"/>
    <ds:schemaRef ds:uri="01bc1090-7b5c-4fcf-a3b0-878f5576a26d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ecbc945c-418a-4868-9e08-298a4a2f7d3c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4BA8366-8DA2-4692-A02F-C93A3D05C67F}">
  <ds:schemaRefs>
    <ds:schemaRef ds:uri="01bc1090-7b5c-4fcf-a3b0-878f5576a26d"/>
    <ds:schemaRef ds:uri="ecbc945c-418a-4868-9e08-298a4a2f7d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Standar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 Arial</vt:lpstr>
      <vt:lpstr>Arial</vt:lpstr>
      <vt:lpstr>Baskerville Old Face</vt:lpstr>
      <vt:lpstr>Calibri</vt:lpstr>
      <vt:lpstr>Calibri Light</vt:lpstr>
      <vt:lpstr>Helvetica Light</vt:lpstr>
      <vt:lpstr>176_EN_BDE_Template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Welch, John V V CW2 USARMY NG TXARNG (USA)</dc:creator>
  <cp:lastModifiedBy>Barkle, John E IV MSG USARMY NG TXARNG (USA)</cp:lastModifiedBy>
  <cp:revision>3</cp:revision>
  <cp:lastPrinted>2024-12-14T16:12:18Z</cp:lastPrinted>
  <dcterms:created xsi:type="dcterms:W3CDTF">2024-11-13T18:58:43Z</dcterms:created>
  <dcterms:modified xsi:type="dcterms:W3CDTF">2026-06-08T17:34:35Z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0x010100CC58EDA3C17899438CD4B7CEFCCA216B</vt:lpwstr>
  </property>
  <property fmtid="{D5CDD505-2E9C-101B-9397-08002B2CF9AE}" pid="3" name="MediaServiceImageTags">
    <vt:lpwstr/>
  </property>
  <property fmtid="{D5CDD505-2E9C-101B-9397-08002B2CF9AE}" pid="4" name="STATUS">
    <vt:lpwstr>NOT STARTED</vt:lpwstr>
  </property>
</Properties>
</file>